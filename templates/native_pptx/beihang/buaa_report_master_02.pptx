
<file path=[Content_Types].xml><?xml version="1.0" encoding="utf-8"?>
<ns0:Types xmlns:ns0="http://schemas.openxmlformats.org/package/2006/content-types">
  <ns0:Default Extension="png" ContentType="image/png"/>
  <ns0:Default Extension="jpeg" ContentType="image/jpeg"/>
  <ns0:Default Extension="JPG" ContentType="image/.jpg"/>
  <ns0:Default Extension="gif" ContentType="image/gif"/>
  <ns0:Default Extension="emf" ContentType="image/x-emf"/>
  <ns0:Default Extension="rels" ContentType="application/vnd.openxmlformats-package.relationships+xml"/>
  <ns0:Default Extension="xml" ContentType="application/xml"/>
  <ns0:Override PartName="/ppt/presProps.xml" ContentType="application/vnd.openxmlformats-officedocument.presentationml.presProps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slideLayouts/slideLayout24.xml" ContentType="application/vnd.openxmlformats-officedocument.presentationml.slideLayout+xml"/>
  <ns0:Override PartName="/ppt/slideLayouts/slideLayout25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0/main" xmlns:ns4="http://schemas.microsoft.com/office/powerpoint/2012/main" xmlns:r="http://schemas.openxmlformats.org/officeDocument/2006/relationships">
  <sldMasterIdLst>
    <sldMasterId id="2147483648" r:id="rId1"/>
    <sldMasterId id="2147483660" r:id="rId3"/>
  </sldMasterIdLst>
  <notesMasterIdLst>
    <notesMasterId r:id="rId5"/>
  </notesMasterIdLst>
  <sldIdLst>
    <sldId r:id="rId28" id="256"/>
  </sldIdLst>
  <sldSz cx="12192000" cy="6858000"/>
  <notesSz cx="6858000" cy="9144000"/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521415D9-36F7-43E2-AB2F-B90AF26B5E84}">
      <ns3:sectionLst>
        <ns3:section name="默认节" id="{C406CFA1-996F-49DB-B852-B13980F027CD}">
          <ns3:sldIdLst>
            <ns3:sldId id="274"/>
            <ns3:sldId id="259"/>
            <ns3:sldId id="311"/>
          </ns3:sldIdLst>
        </ns3:section>
        <ns3:section name="数据来源" id="{ede000f6-266d-426b-8ccc-e0a5a18fe37a}">
          <ns3:sldIdLst>
            <ns3:sldId id="312"/>
            <ns3:sldId id="313"/>
            <ns3:sldId id="315"/>
            <ns3:sldId id="316"/>
            <ns3:sldId id="317"/>
            <ns3:sldId id="314"/>
            <ns3:sldId id="264"/>
          </ns3:sldIdLst>
        </ns3:section>
        <ns3:section name="回归分析" id="{720a8871-ddff-468e-89e4-e8e80f2bc640}">
          <ns3:sldIdLst>
            <ns3:sldId id="265"/>
            <ns3:sldId id="319"/>
            <ns3:sldId id="318"/>
            <ns3:sldId id="323"/>
            <ns3:sldId id="329"/>
            <ns3:sldId id="324"/>
            <ns3:sldId id="320"/>
            <ns3:sldId id="321"/>
            <ns3:sldId id="322"/>
          </ns3:sldIdLst>
        </ns3:section>
        <ns3:section name="结果" id="{0ACAD475-64EF-4F71-BA2D-C6578335AA57}">
          <ns3:sldIdLst/>
        </ns3:section>
        <ns3:section name="结论" id="{919899FE-635D-4DED-B357-AC53F0F4A5A9}">
          <ns3:sldIdLst>
            <ns3:sldId id="279"/>
          </ns3:sldIdLst>
        </ns3:section>
      </ns3:sectionLst>
    </ext>
    <ext uri="{EFAFB233-063F-42B5-8137-9DF3F51BA10A}">
      <ns4:sldGuideLst>
        <ns4:guide id="1" orient="horz" pos="2263" userDrawn="1">
          <ns4:clr>
            <ns2:srgbClr val="A4A3A4"/>
          </ns4:clr>
        </ns4:guide>
        <ns4:guide id="2" pos="59" userDrawn="1">
          <ns4:clr>
            <ns2:srgbClr val="A4A3A4"/>
          </ns4:clr>
        </ns4:guide>
      </ns4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45396"/>
    <a:srgbClr val="3C77B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68497" autoAdjust="0"/>
  </p:normalViewPr>
  <p:slideViewPr>
    <p:cSldViewPr snapToGrid="0" showGuides="1">
      <p:cViewPr>
        <p:scale>
          <a:sx n="100" d="100"/>
          <a:sy n="100" d="100"/>
        </p:scale>
        <p:origin x="1397" y="58"/>
      </p:cViewPr>
      <p:guideLst>
        <p:guide orient="horz" pos="2263"/>
        <p:guide pos="59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slideMaster" Target="slideMasters/slideMaster2.xml" /><Relationship Id="rId27" Type="http://schemas.openxmlformats.org/officeDocument/2006/relationships/tableStyles" Target="tableStyles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2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28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145396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6A0B-D013-4F07-80AC-CA47C8F94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96A0B-D013-4F07-80AC-CA47C8F94CA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0BA7-3816-42AE-A7C0-0A49797829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13916-D2EA-41BA-B4EC-3997F5DB327F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97419" y="260353"/>
            <a:ext cx="10725366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1091" y="1089025"/>
            <a:ext cx="11154972" cy="5219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784F8-5AB0-4ED0-9578-33BC43465F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69FE-EDD5-4D56-A9EF-EB1F49F30635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91260" y="260350"/>
            <a:ext cx="76200" cy="549910"/>
          </a:xfrm>
          <a:prstGeom prst="rect">
            <a:avLst/>
          </a:prstGeom>
          <a:solidFill>
            <a:srgbClr val="1453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411480" y="205740"/>
            <a:ext cx="649605" cy="6496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746" y="205638"/>
            <a:ext cx="1472090" cy="5740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9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