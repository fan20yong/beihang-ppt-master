
<file path=[Content_Types].xml><?xml version="1.0" encoding="utf-8"?>
<ns0:Types xmlns:ns0="http://schemas.openxmlformats.org/package/2006/content-types">
  <ns0:Override PartName="/ppt/slideLayouts/slideLayout8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presProps.xml" ContentType="application/vnd.openxmlformats-officedocument.presentationml.presProps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s/slide1.xml" ContentType="application/vnd.openxmlformats-officedocument.presentationml.slide+xml"/>
  <ns0:Override PartName="/ppt/theme/theme1.xml" ContentType="application/vnd.openxmlformats-officedocument.theme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Default Extension="jpeg" ContentType="image/jpeg"/>
  <ns0:Default Extension="rels" ContentType="application/vnd.openxmlformats-package.relationships+xml"/>
  <ns0:Default Extension="xml" ContentType="application/xml"/>
  <ns0:Override PartName="/ppt/slideLayouts/slideLayout1.xml" ContentType="application/vnd.openxmlformats-officedocument.presentationml.slideLayout+xml"/>
  <ns0:Override PartName="/ppt/tableStyles.xml" ContentType="application/vnd.openxmlformats-officedocument.presentationml.tableStyles+xml"/>
  <ns0:Override PartName="/ppt/slideLayouts/slideLayout10.xml" ContentType="application/vnd.openxmlformats-officedocument.presentationml.slideLayout+xml"/>
  <ns0:Override PartName="/ppt/viewProps.xml" ContentType="application/vnd.openxmlformats-officedocument.presentationml.viewProps+xml"/>
  <ns0:Override PartName="/ppt/slideLayouts/slideLayout9.xml" ContentType="application/vnd.openxmlformats-officedocument.presentationml.slideLayout+xml"/>
  <ns0:Override PartName="/ppt/slideLayouts/slideLayout7.xml" ContentType="application/vnd.openxmlformats-officedocument.presentationml.slideLayout+xml"/>
  <ns0:Default Extension="png" ContentType="image/png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resentation xmlns="http://schemas.openxmlformats.org/presentationml/2006/main" xmlns:ns2="http://schemas.openxmlformats.org/drawingml/2006/main" xmlns:ns3="http://schemas.microsoft.com/office/powerpoint/2012/main" xmlns:r="http://schemas.openxmlformats.org/officeDocument/2006/relationships">
  <sldMasterIdLst>
    <sldMasterId id="2147483648" r:id="rId1"/>
  </sldMasterIdLst>
  <sldIdLst>
    <sldId r:id="rId32" id="256"/>
  </sldIdLst>
  <sldSz cx="12192000" cy="6858000"/>
  <notesSz cx="7104063" cy="10234613"/>
  <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defaultTextStyle>
  <extLst>
    <ext uri="{EFAFB233-063F-42B5-8137-9DF3F51BA10A}">
      <ns3:sldGuideLst/>
    </ext>
  </extLst>
</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F3"/>
    <a:srgbClr val="FF7D7D"/>
    <a:srgbClr val="FF0000"/>
    <a:srgbClr val="FFCC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-16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'1.0' encoding='utf-8'?>
<Relationships xmlns="http://schemas.openxmlformats.org/package/2006/relationships"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8" Type="http://schemas.openxmlformats.org/officeDocument/2006/relationships/presProps" Target="presProps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Relationship Id="rId32" Type="http://schemas.openxmlformats.org/officeDocument/2006/relationships/slide" Target="slides/slid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2017/11/2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2017/11/2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2017/11/2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2017/11/2 Thursday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2017/11/2 Thursday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2017/11/2 Thursday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2017/11/2 Thursday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2017/11/2 Thursday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2017/11/2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2017/11/2 Thursday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4">
                <a:lumMod val="20000"/>
                <a:lumOff val="80000"/>
              </a:schemeClr>
            </a:gs>
            <a:gs pos="98000">
              <a:schemeClr val="accent1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pPr/>
              <a:t>2017/11/2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sld xmlns="http://schemas.openxmlformats.org/presentationml/2006/main" xmlns:ns1="http://schemas.openxmlformats.org/drawingml/2006/main">
  <cSld>
    <spTree>
      <nvGrpSpPr>
        <cNvPr id="1" name=""/>
        <cNvGrpSpPr/>
        <nvPr/>
      </nvGrpSpPr>
      <grpSpPr>
        <ns1:xfrm>
          <ns1:off x="0" y="0"/>
          <ns1:ext cx="0" cy="0"/>
          <ns1:chOff x="0" y="0"/>
          <ns1:chExt cx="0" cy="0"/>
        </ns1:xfrm>
      </grpSpPr>
    </spTree>
  </cSld>
  <clrMapOvr>
    <ns1:masterClrMapping/>
  </clrMapOvr>
</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