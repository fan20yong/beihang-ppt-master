
<file path=[Content_Types].xml><?xml version="1.0" encoding="utf-8"?>
<ns0:Types xmlns:ns0="http://schemas.openxmlformats.org/package/2006/content-types">
  <ns0:Default Extension="fntdata" ContentType="application/x-fontdata"/>
  <ns0:Default Extension="jpeg" ContentType="image/jpeg"/>
  <ns0:Default Extension="jp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resentation xmlns="http://schemas.openxmlformats.org/presentationml/2006/main" xmlns:ns2="http://schemas.openxmlformats.org/drawingml/2006/main" xmlns:ns3="http://schemas.microsoft.com/office/powerpoint/2012/main" xmlns:r="http://schemas.openxmlformats.org/officeDocument/2006/relationships" embedTrueTypeFonts="1" saveSubsetFonts="1">
  <sldMasterIdLst>
    <sldMasterId id="2147483648" r:id="rId1"/>
  </sldMasterIdLst>
  <notesMasterIdLst>
    <notesMasterId r:id="rId33"/>
  </notesMasterIdLst>
  <sldIdLst>
    <sldId r:id="rId50" id="256"/>
  </sldIdLst>
  <sldSz cx="12190413" cy="6858000"/>
  <notesSz cx="6858000" cy="9144000"/>
  <embeddedFontLst>
    <embeddedFont>
      <font typeface="Calibri" panose="020F0502020204030204" pitchFamily="34" charset="0"/>
      <regular r:id="rId34"/>
      <bold r:id="rId35"/>
      <italic r:id="rId36"/>
      <boldItalic r:id="rId37"/>
    </embeddedFont>
    <embeddedFont>
      <font typeface="Impact" panose="020B0806030902050204" pitchFamily="34" charset="0"/>
      <regular r:id="rId38"/>
    </embeddedFont>
    <embeddedFont>
      <font typeface="Verdana" panose="020B0604030504040204" pitchFamily="34" charset="0"/>
      <regular r:id="rId39"/>
      <bold r:id="rId40"/>
      <italic r:id="rId41"/>
      <boldItalic r:id="rId42"/>
    </embeddedFont>
    <embeddedFont>
      <font typeface="华文细黑" panose="02010600040101010101" pitchFamily="2" charset="-122"/>
      <regular r:id="rId43"/>
    </embeddedFont>
    <embeddedFont>
      <font typeface="微软雅黑" panose="020B0503020204020204" pitchFamily="34" charset="-122"/>
      <regular r:id="rId44"/>
      <bold r:id="rId45"/>
    </embeddedFont>
  </embeddedFontLst>
  <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defaultTextStyle>
  <extLst>
    <ext uri="{EFAFB233-063F-42B5-8137-9DF3F51BA10A}">
      <ns3:sldGuideLst>
        <ns3:guide id="1" orient="horz" pos="2160">
          <ns3:clr>
            <ns2:srgbClr val="A4A3A4"/>
          </ns3:clr>
        </ns3:guide>
        <ns3:guide id="2" pos="3840">
          <ns3:clr>
            <ns2:srgbClr val="A4A3A4"/>
          </ns3:clr>
        </ns3:guide>
      </ns3:sldGuideLst>
    </ext>
  </extLst>
</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4455"/>
    <a:srgbClr val="E8E8E6"/>
    <a:srgbClr val="FFFFFF"/>
    <a:srgbClr val="080808"/>
    <a:srgbClr val="9498AE"/>
    <a:srgbClr val="7C819C"/>
    <a:srgbClr val="636883"/>
    <a:srgbClr val="53576D"/>
    <a:srgbClr val="722A28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29" autoAdjust="0"/>
    <p:restoredTop sz="94595" autoAdjust="0"/>
  </p:normalViewPr>
  <p:slideViewPr>
    <p:cSldViewPr>
      <p:cViewPr>
        <p:scale>
          <a:sx n="97" d="100"/>
          <a:sy n="97" d="100"/>
        </p:scale>
        <p:origin x="76" y="40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viewProps" Target="viewProps.xml" /><Relationship Id="rId49" Type="http://schemas.openxmlformats.org/officeDocument/2006/relationships/tableStyles" Target="tableStyles.xml" /><Relationship Id="rId48" Type="http://schemas.openxmlformats.org/officeDocument/2006/relationships/theme" Target="theme/theme1.xml" /><Relationship Id="rId4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0" Type="http://schemas.openxmlformats.org/officeDocument/2006/relationships/slide" Target="slides/slid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4144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6901"/>
            <a:ext cx="1036185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6713"/>
            <a:ext cx="1036185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201"/>
            <a:ext cx="53840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201"/>
            <a:ext cx="53840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113"/>
            <a:ext cx="53862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4875"/>
            <a:ext cx="53862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1" y="1535113"/>
            <a:ext cx="538833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1" y="2174875"/>
            <a:ext cx="538833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21" y="273050"/>
            <a:ext cx="401056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113" y="273051"/>
            <a:ext cx="681477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521" y="1435101"/>
            <a:ext cx="401056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06" y="4800600"/>
            <a:ext cx="731424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06" y="612775"/>
            <a:ext cx="731424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06" y="5367338"/>
            <a:ext cx="731424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639"/>
            <a:ext cx="2742843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639"/>
            <a:ext cx="8025355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2022/6/3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802" y="1122363"/>
            <a:ext cx="914281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802" y="3602038"/>
            <a:ext cx="914281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82A8-D6B6-4FDA-A495-4D437BAFBB60}" type="datetimeFigureOut">
              <a:rPr lang="zh-CN" altLang="en-US" smtClean="0"/>
              <a:pPr/>
              <a:t>2022/6/3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DD927-E55F-4D12-BD2D-8ABE6C91271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push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rgbClr val="FFFFFF"/>
          </a:fgClr>
          <a:bgClr>
            <a:srgbClr val="E8E8E6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638"/>
            <a:ext cx="1097137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201"/>
            <a:ext cx="1097137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0" y="6356351"/>
            <a:ext cx="28444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2022/6/3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6351"/>
            <a:ext cx="38602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6351"/>
            <a:ext cx="28444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push dir="r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sld xmlns="http://schemas.openxmlformats.org/presentationml/2006/main" xmlns:ns1="http://schemas.openxmlformats.org/drawingml/2006/main">
  <cSld>
    <spTree>
      <nvGrpSpPr>
        <cNvPr id="1" name=""/>
        <cNvGrpSpPr/>
        <nvPr/>
      </nvGrpSpPr>
      <grpSpPr>
        <ns1:xfrm>
          <ns1:off x="0" y="0"/>
          <ns1:ext cx="0" cy="0"/>
          <ns1:chOff x="0" y="0"/>
          <ns1:chExt cx="0" cy="0"/>
        </ns1:xfrm>
      </grpSpPr>
    </spTree>
  </cSld>
  <clrMapOvr>
    <ns1:masterClrMapping/>
  </clrMapOvr>
</sld>
</file>

<file path=ppt/theme/theme1.xml><?xml version="1.0" encoding="utf-8"?>
<a:theme xmlns:a="http://schemas.openxmlformats.org/drawingml/2006/main" name="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 anchor="ctr">
        <a:spAutoFit/>
      </a:bodyPr>
      <a:lstStyle>
        <a:defPPr>
          <a:defRPr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