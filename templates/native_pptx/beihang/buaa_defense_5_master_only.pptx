
<file path=[Content_Types].xml><?xml version="1.0" encoding="utf-8"?>
<ns0:Types xmlns:ns0="http://schemas.openxmlformats.org/package/2006/content-types">
  <ns0:Default Extension="jpeg" ContentType="image/jpeg"/>
  <ns0:Default Extension="jpg" ContentType="image/jpeg"/>
  <ns0:Default Extension="mp3" ContentType="audio/mpeg"/>
  <ns0:Default Extension="png" ContentType="image/png"/>
  <ns0:Default Extension="rels" ContentType="application/vnd.openxmlformats-package.relationships+xml"/>
  <ns0:Default Extension="xml" ContentType="application/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>
  <sldMasterIdLst>
    <sldMasterId id="2147483648" r:id="rId1"/>
  </sldMasterIdLst>
  <notesMasterIdLst>
    <notesMasterId r:id="rId27"/>
  </notesMasterIdLst>
  <sldIdLst>
    <sldId r:id="rId32" id="256"/>
  </sldIdLst>
  <sldSz cx="12192000" cy="6858000"/>
  <notesSz cx="6858000" cy="9144000"/>
  <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  <extLst>
    <ext uri="{EFAFB233-063F-42B5-8137-9DF3F51BA10A}">
      <ns3:sldGuideLst>
        <ns3:guide id="1" orient="horz" pos="2160">
          <ns3:clr>
            <ns2:srgbClr val="A4A3A4"/>
          </ns3:clr>
        </ns3:guide>
        <ns3:guide id="2" pos="3840">
          <ns3:clr>
            <ns2:srgbClr val="A4A3A4"/>
          </ns3:clr>
        </ns3:guide>
        <ns3:guide id="3" pos="551">
          <ns3:clr>
            <ns2:srgbClr val="A4A3A4"/>
          </ns3:clr>
        </ns3:guide>
        <ns3:guide id="4" pos="7129">
          <ns3:clr>
            <ns2:srgbClr val="A4A3A4"/>
          </ns3:clr>
        </ns3:guide>
      </ns3:sldGuideLst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21" autoAdjust="0"/>
    <p:restoredTop sz="92866" autoAdjust="0"/>
  </p:normalViewPr>
  <p:slideViewPr>
    <p:cSldViewPr snapToGrid="0">
      <p:cViewPr varScale="1">
        <p:scale>
          <a:sx n="56" d="100"/>
          <a:sy n="56" d="100"/>
        </p:scale>
        <p:origin x="1860" y="84"/>
      </p:cViewPr>
      <p:guideLst>
        <p:guide orient="horz" pos="2160"/>
        <p:guide pos="3840"/>
        <p:guide pos="551"/>
        <p:guide pos="7129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-2016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28" Type="http://schemas.openxmlformats.org/officeDocument/2006/relationships/presProps" Target="presProps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Relationship Id="rId32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85244-8474-43F7-83A3-B98FF2C18C2B}" type="datetimeFigureOut">
              <a:rPr lang="zh-CN" altLang="en-US" smtClean="0"/>
              <a:pPr/>
              <a:t>2019/7/19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54F68-C83E-4C64-8DA0-E0B44EF8E0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7C1CC"/>
      </a:accent2>
      <a:accent3>
        <a:srgbClr val="839192"/>
      </a:accent3>
      <a:accent4>
        <a:srgbClr val="156595"/>
      </a:accent4>
      <a:accent5>
        <a:srgbClr val="FBD78D"/>
      </a:accent5>
      <a:accent6>
        <a:srgbClr val="F2523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