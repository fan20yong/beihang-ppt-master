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wmf" ContentType="image/x-wmf"/>
  <ns0:Default Extension="xlsx" ContentType="application/vnd.openxmlformats-officedocument.spreadsheetml.sheet"/>
  <ns0:Default Extension="xml" ContentType="application/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35.xml" ContentType="application/vnd.openxmlformats-officedocument.presentationml.slideLayout+xml"/>
  <ns0:Override PartName="/ppt/slideLayouts/slideLayout36.xml" ContentType="application/vnd.openxmlformats-officedocument.presentationml.slideLayout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>
  <sldMasterIdLst>
    <sldMasterId id="2147483648" r:id="rId1"/>
  </sldMasterIdLst>
  <notesMasterIdLst>
    <notesMasterId r:id="rId39"/>
  </notesMasterIdLst>
  <handoutMasterIdLst>
    <handoutMasterId r:id="rId40"/>
  </handoutMasterIdLst>
  <sldIdLst>
    <sldId r:id="rId46" id="256"/>
  </sldIdLst>
  <sldSz cx="9144000" cy="5143500" type="screen16x9"/>
  <notesSz cx="6858000" cy="9144000"/>
  <custDataLst>
    <tags r:id="rId41"/>
  </custDataLst>
  <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  <extLst>
    <ext uri="{EFAFB233-063F-42B5-8137-9DF3F51BA10A}">
      <ns3:sldGuideLst>
        <ns3:guide id="1" orient="horz" pos="1620">
          <ns3:clr>
            <ns2:srgbClr val="A4A3A4"/>
          </ns3:clr>
        </ns3:guide>
        <ns3:guide id="2" pos="2880">
          <ns3:clr>
            <ns2:srgbClr val="A4A3A4"/>
          </ns3:clr>
        </ns3:guide>
      </ns3:sldGuideLst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F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312" autoAdjust="0"/>
  </p:normalViewPr>
  <p:slideViewPr>
    <p:cSldViewPr>
      <p:cViewPr varScale="1">
        <p:scale>
          <a:sx n="71" d="100"/>
          <a:sy n="71" d="100"/>
        </p:scale>
        <p:origin x="930" y="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Relationship Id="rId43" Type="http://schemas.openxmlformats.org/officeDocument/2006/relationships/viewProps" Target="viewProps.xml" /><Relationship Id="rId46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"/>
            <a:ext cx="9144000" cy="3128962"/>
          </a:xfrm>
          <a:prstGeom prst="rect">
            <a:avLst/>
          </a:prstGeom>
          <a:effectLst/>
        </p:spPr>
      </p:pic>
      <p:sp>
        <p:nvSpPr>
          <p:cNvPr id="9" name="矩形 2"/>
          <p:cNvSpPr/>
          <p:nvPr userDrawn="1"/>
        </p:nvSpPr>
        <p:spPr>
          <a:xfrm>
            <a:off x="0" y="3188372"/>
            <a:ext cx="9144000" cy="1955128"/>
          </a:xfrm>
          <a:prstGeom prst="rect">
            <a:avLst/>
          </a:prstGeom>
          <a:solidFill>
            <a:srgbClr val="213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1" y="3109452"/>
            <a:ext cx="5357130" cy="822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5347728" y="3109452"/>
            <a:ext cx="9496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6297391" y="3109452"/>
            <a:ext cx="948487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7245879" y="3109452"/>
            <a:ext cx="949662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8195541" y="3109452"/>
            <a:ext cx="948487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6" grpId="0" animBg="1"/>
      <p:bldP spid="7" grpId="0" animBg="1"/>
      <p:bldP spid="10" grpId="0" animBg="1"/>
      <p:bldP spid="11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41252" y="1188454"/>
            <a:ext cx="3230748" cy="323074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59200" y="2799080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377688" y="2799080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43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72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8575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865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828800" y="10058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486400" y="10058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23774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657600" y="23774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23774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2880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365760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48640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31520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82880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65760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548640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731520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9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7" name="矩形 7"/>
          <p:cNvSpPr/>
          <p:nvPr userDrawn="1"/>
        </p:nvSpPr>
        <p:spPr>
          <a:xfrm>
            <a:off x="1" y="572146"/>
            <a:ext cx="9138050" cy="3428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828800" y="15049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486400" y="15049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28765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657600" y="28765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28765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82880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65760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48640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31520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82880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65760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48640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43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8575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72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2865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143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8575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572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865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CAS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43000" y="1005840"/>
            <a:ext cx="1714500" cy="3429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857500" y="1005840"/>
            <a:ext cx="3429000" cy="17145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286500" y="1005840"/>
            <a:ext cx="1714500" cy="17145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857500" y="2720340"/>
            <a:ext cx="1714500" cy="17145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572000" y="2720340"/>
            <a:ext cx="3429000" cy="17145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418868" y="1195644"/>
            <a:ext cx="3230748" cy="323074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173512" y="2001774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796190" y="2001774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56641" y="2001774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984373" y="2811018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43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72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143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572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8575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72000" y="1005840"/>
            <a:ext cx="3429000" cy="3429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143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40080" y="1005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783080" y="1005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926080" y="1005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40080" y="2148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783080" y="2148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926080" y="2148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40080" y="3291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783080" y="3291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2926080" y="3291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143000" y="2377440"/>
            <a:ext cx="1371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257800" y="1005840"/>
            <a:ext cx="2743200" cy="2743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514600" y="2377440"/>
            <a:ext cx="1371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886200" y="2377440"/>
            <a:ext cx="1371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3940762" y="1238250"/>
            <a:ext cx="4524375" cy="3000375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95305" y="1238250"/>
            <a:ext cx="4524375" cy="3000375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5800" y="1005840"/>
            <a:ext cx="3657600" cy="2743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800600" y="1005840"/>
            <a:ext cx="3657600" cy="2743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005840"/>
            <a:ext cx="2514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00750" y="1005840"/>
            <a:ext cx="2514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14700" y="1005840"/>
            <a:ext cx="2514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005840"/>
            <a:ext cx="2514600" cy="2514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00750" y="1005840"/>
            <a:ext cx="2514600" cy="2514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14700" y="1005840"/>
            <a:ext cx="2514600" cy="2514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371600"/>
            <a:ext cx="2514600" cy="32004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00750" y="1371600"/>
            <a:ext cx="2514600" cy="32004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14700" y="1371600"/>
            <a:ext cx="2514600" cy="32004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40080" y="1005840"/>
            <a:ext cx="1600200" cy="3429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86000" y="1005840"/>
            <a:ext cx="1600200" cy="3429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931920" y="1005840"/>
            <a:ext cx="1600200" cy="3429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005840"/>
            <a:ext cx="1828800" cy="2514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647950" y="1005840"/>
            <a:ext cx="1828800" cy="2514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67250" y="1005840"/>
            <a:ext cx="1828800" cy="2514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686550" y="1005840"/>
            <a:ext cx="1828800" cy="2514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276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647950" y="1276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67250" y="1276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686550" y="1276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29159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28650" y="30289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67250" y="129159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667250" y="30289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 smtClean="0"/>
              <a:t>‹#›</a:t>
            </a:fld>
            <a:endParaRPr lang="uk-UA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94360" y="1291590"/>
            <a:ext cx="1600200" cy="1600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94360" y="3028950"/>
            <a:ext cx="1600200" cy="1600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31720" y="1291590"/>
            <a:ext cx="1600200" cy="1600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331720" y="3028950"/>
            <a:ext cx="1600200" cy="1600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23063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00750" y="123063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14700" y="123063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8650" y="310515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000750" y="310515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314700" y="310515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47700" y="1288542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667000" y="1288542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86300" y="1288542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705600" y="1288542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47700" y="3181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667000" y="3181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686300" y="3181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705600" y="3181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5800" y="1352550"/>
            <a:ext cx="7772400" cy="1371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58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0866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4864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8862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2860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-MEDIA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/>
          <p:cNvSpPr>
            <a:spLocks noGrp="1"/>
          </p:cNvSpPr>
          <p:nvPr>
            <p:ph type="media" sz="quarter" idx="12" hasCustomPrompt="1"/>
          </p:nvPr>
        </p:nvSpPr>
        <p:spPr>
          <a:xfrm>
            <a:off x="628650" y="1169098"/>
            <a:ext cx="5495206" cy="3091054"/>
          </a:xfrm>
          <a:prstGeom prst="rect">
            <a:avLst/>
          </a:prstGeom>
        </p:spPr>
        <p:txBody>
          <a:bodyPr lIns="45720" tIns="22860" rIns="45720" bIns="22860"/>
          <a:lstStyle/>
          <a:p>
            <a:r>
              <a:rPr lang="en-US" dirty="0"/>
              <a:t>Click icon to add media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4703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直接连接符 6"/>
          <p:cNvCxnSpPr/>
          <p:nvPr userDrawn="1"/>
        </p:nvCxnSpPr>
        <p:spPr>
          <a:xfrm flipV="1">
            <a:off x="304800" y="603492"/>
            <a:ext cx="8321040" cy="1"/>
          </a:xfrm>
          <a:prstGeom prst="line">
            <a:avLst/>
          </a:prstGeom>
          <a:ln w="19050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5"/>
          <p:cNvSpPr/>
          <p:nvPr userDrawn="1"/>
        </p:nvSpPr>
        <p:spPr bwMode="auto">
          <a:xfrm rot="5400000">
            <a:off x="8587507" y="385043"/>
            <a:ext cx="406185" cy="359999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5"/>
          </a:solidFill>
          <a:ln w="12700">
            <a:solidFill>
              <a:schemeClr val="accent5"/>
            </a:soli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Slide Number Placeholder 5"/>
          <p:cNvSpPr txBox="1"/>
          <p:nvPr userDrawn="1"/>
        </p:nvSpPr>
        <p:spPr>
          <a:xfrm>
            <a:off x="8614563" y="460564"/>
            <a:ext cx="360000" cy="22860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7B18ED-D931-45F4-8873-1BEDAB4DC03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24-浅色-办公趣味-多彩">
  <a:themeElements>
    <a:clrScheme name="CLASSIC - Standart Office">
      <a:dk1>
        <a:srgbClr val="44546A"/>
      </a:dk1>
      <a:lt1>
        <a:sysClr val="window" lastClr="FFFFFF"/>
      </a:lt1>
      <a:dk2>
        <a:srgbClr val="8496B0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>
              <a:lumMod val="60000"/>
              <a:lumOff val="40000"/>
            </a:schemeClr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