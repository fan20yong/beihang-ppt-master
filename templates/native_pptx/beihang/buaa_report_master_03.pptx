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ppt/presProps.xml" ContentType="application/vnd.openxmlformats-officedocument.presentationml.presProps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r="http://schemas.openxmlformats.org/officeDocument/2006/relationships">
  <sldMasterIdLst>
    <sldMasterId id="2147483648" r:id="rId1"/>
  </sldMasterIdLst>
  <notesMasterIdLst>
    <notesMasterId r:id="rId4"/>
  </notesMasterIdLst>
  <sldIdLst>
    <sldId r:id="rId29" id="256"/>
  </sldIdLst>
  <sldSz cx="12192000" cy="6858000"/>
  <notesSz cx="6858000" cy="9144000"/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472C4"/>
    <a:srgbClr val="FF3F44"/>
    <a:srgbClr val="FF7C80"/>
    <a:srgbClr val="145396"/>
    <a:srgbClr val="4941C6"/>
    <a:srgbClr val="76D2E4"/>
    <a:srgbClr val="DE8558"/>
    <a:srgbClr val="5AC9DE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5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28" Type="http://schemas.openxmlformats.org/officeDocument/2006/relationships/tableStyles" Target="tableStyles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9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10EA5-444E-4B02-8330-5D116D8C0AE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里走&#10;&#10;描述已自动生成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67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145396"/>
                </a:solidFill>
              </a:defRPr>
            </a:lvl1pPr>
          </a:lstStyle>
          <a:p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25B6-BA4C-47A9-B75E-626C829689E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227863" y="305352"/>
            <a:ext cx="72000" cy="45000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21091" y="260352"/>
            <a:ext cx="540000" cy="54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93E8B-5170-4BD3-B4B7-7EB31FE1C15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8A535-5090-4703-B55D-7F7F2802A15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73C2-E6EC-4214-9716-5812FE76118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7EEB-633B-4A98-8EB8-9676F5CB0F0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101D6-EF32-4922-8AD3-BC2391C9FFC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72B8-FF93-4B82-993F-5D733F29DB8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B9B59-312A-4974-B87D-7FD4B706C81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EEB0-7FE8-42D0-9410-303606F951F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59544-3366-4B83-94AB-F876B61B7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雪地里走&#10;&#10;描述已自动生成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6781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7B0E-EB3C-42A9-B0AB-FC0FA9DD40F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227863" y="305352"/>
            <a:ext cx="72000" cy="45000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21091" y="260352"/>
            <a:ext cx="540000" cy="54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6C03-18C2-4574-A1DA-A06F4665FAA7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AEBAA7-EB05-4431-8294-967452F680E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313916-D2EA-41BA-B4EC-3997F5DB32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里走&#10;&#10;描述已自动生成" hidden="1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0" y="0"/>
            <a:ext cx="12192000" cy="685678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66634" y="260353"/>
            <a:ext cx="10725366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1091" y="1089025"/>
            <a:ext cx="11154972" cy="5219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3974-297F-4041-9B53-7C066FE7D10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227863" y="305352"/>
            <a:ext cx="72000" cy="45000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521091" y="260352"/>
            <a:ext cx="540000" cy="54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