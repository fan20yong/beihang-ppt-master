
<file path=[Content_Types].xml><?xml version="1.0" encoding="utf-8"?>
<ns0:Types xmlns:ns0="http://schemas.openxmlformats.org/package/2006/content-types"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ppt/slideMasters/slideMaster1.xml" ContentType="application/vnd.openxmlformats-officedocument.presentationml.slideMaster+xml"/>
  <ns0:Override PartName="/ppt/slideMasters/slideMaster2.xml" ContentType="application/vnd.openxmlformats-officedocument.presentationml.slideMaster+xml"/>
  <ns0:Override PartName="/ppt/slides/slide1.xml" ContentType="application/vnd.openxmlformats-officedocument.presentationml.slide+xml"/>
  <ns0:Override PartName="/ppt/presProps.xml" ContentType="application/vnd.openxmlformats-officedocument.presentationml.presProps+xml"/>
  <ns0:Override PartName="/ppt/viewProps.xml" ContentType="application/vnd.openxmlformats-officedocument.presentationml.viewProps+xml"/>
  <ns0:Override PartName="/ppt/theme/theme1.xml" ContentType="application/vnd.openxmlformats-officedocument.theme+xml"/>
  <ns0:Override PartName="/ppt/tableStyles.xml" ContentType="application/vnd.openxmlformats-officedocument.presentationml.tableStyles+xml"/>
  <ns0:Override PartName="/ppt/slideLayouts/slideLayout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12.xml" ContentType="application/vnd.openxmlformats-officedocument.presentationml.slideLayout+xml"/>
  <ns0:Override PartName="/ppt/slideLayouts/slideLayout13.xml" ContentType="application/vnd.openxmlformats-officedocument.presentationml.slideLayout+xml"/>
  <ns0:Override PartName="/ppt/slideLayouts/slideLayout14.xml" ContentType="application/vnd.openxmlformats-officedocument.presentationml.slideLayout+xml"/>
  <ns0:Override PartName="/ppt/slideLayouts/slideLayout15.xml" ContentType="application/vnd.openxmlformats-officedocument.presentationml.slideLayout+xml"/>
  <ns0:Override PartName="/ppt/slideLayouts/slideLayout16.xml" ContentType="application/vnd.openxmlformats-officedocument.presentationml.slideLayout+xml"/>
  <ns0:Override PartName="/ppt/slideLayouts/slideLayout17.xml" ContentType="application/vnd.openxmlformats-officedocument.presentationml.slideLayout+xml"/>
  <ns0:Override PartName="/ppt/slideLayouts/slideLayout18.xml" ContentType="application/vnd.openxmlformats-officedocument.presentationml.slideLayout+xml"/>
  <ns0:Override PartName="/ppt/slideLayouts/slideLayout19.xml" ContentType="application/vnd.openxmlformats-officedocument.presentationml.slideLayout+xml"/>
  <ns0:Override PartName="/ppt/slideLayouts/slideLayout20.xml" ContentType="application/vnd.openxmlformats-officedocument.presentationml.slideLayout+xml"/>
  <ns0:Override PartName="/ppt/slideLayouts/slideLayout21.xml" ContentType="application/vnd.openxmlformats-officedocument.presentationml.slideLayout+xml"/>
  <ns0:Override PartName="/ppt/slideLayouts/slideLayout22.xml" ContentType="application/vnd.openxmlformats-officedocument.presentationml.slideLayout+xml"/>
  <ns0:Override PartName="/ppt/slideLayouts/slideLayout23.xml" ContentType="application/vnd.openxmlformats-officedocument.presentationml.slideLayout+xml"/>
  <ns0:Override PartName="/ppt/theme/theme2.xml" ContentType="application/vnd.openxmlformats-officedocument.theme+xml"/>
</ns0:Types>
</file>

<file path=_rels/.rels><?xml version='1.0' encoding='utf-8'?>
<ns0:Relationships xmlns:ns0="http://schemas.openxmlformats.org/package/2006/relationships"><ns0:Relationship Id="rId1" Type="http://schemas.openxmlformats.org/officeDocument/2006/relationships/officeDocument" Target="ppt/presentation.xml" /></ns0:Relationships>
</file>

<file path=ppt/presentation.xml><?xml version="1.0" encoding="utf-8"?>
<presentation xmlns="http://schemas.openxmlformats.org/presentationml/2006/main" xmlns:ns2="http://schemas.openxmlformats.org/drawingml/2006/main" xmlns:ns3="http://schemas.microsoft.com/office/powerpoint/2012/main" xmlns:r="http://schemas.openxmlformats.org/officeDocument/2006/relationships">
  <sldMasterIdLst>
    <sldMasterId id="2147483648" r:id="rId1"/>
    <sldMasterId id="2147483661" r:id="rId2"/>
  </sldMasterIdLst>
  <notesMasterIdLst>
    <notesMasterId r:id="rId32"/>
  </notesMasterIdLst>
  <sldIdLst>
    <sldId r:id="rId37" id="256"/>
  </sldIdLst>
  <sldSz cx="12196763" cy="6858000"/>
  <notesSz cx="6858000" cy="9144000"/>
  <defaultTextStyle>
    <ns2:defPPr>
      <ns2:defRPr lang="zh-CN"/>
    </ns2:defPPr>
    <ns2:lvl1pPr marL="0" lvl="0" indent="0" algn="l" defTabSz="914400" eaLnBrk="1" fontAlgn="base" latinLnBrk="0" hangingPunct="1">
      <ns2:lnSpc>
        <ns2:spcPct val="100000"/>
      </ns2:lnSpc>
      <ns2:spcBef>
        <ns2:spcPct val="0"/>
      </ns2:spcBef>
      <ns2:spcAft>
        <ns2:spcPct val="0"/>
      </ns2:spcAft>
      <ns2:buNone/>
      <ns2:defRPr b="0" i="0" u="none" kern="1200" baseline="0">
        <ns2:solidFill>
          <ns2:schemeClr val="tx1"/>
        </ns2:solidFill>
        <ns2:latin typeface="Arial" panose="020B0604020202020204" pitchFamily="34" charset="0"/>
        <ns2:ea typeface="宋体" panose="02010600030101010101" pitchFamily="2" charset="-122"/>
      </ns2:defRPr>
    </ns2:lvl1pPr>
    <ns2:lvl2pPr marL="457200" lvl="1" indent="0" algn="l" defTabSz="914400" eaLnBrk="1" fontAlgn="base" latinLnBrk="0" hangingPunct="1">
      <ns2:lnSpc>
        <ns2:spcPct val="100000"/>
      </ns2:lnSpc>
      <ns2:spcBef>
        <ns2:spcPct val="0"/>
      </ns2:spcBef>
      <ns2:spcAft>
        <ns2:spcPct val="0"/>
      </ns2:spcAft>
      <ns2:buNone/>
      <ns2:defRPr b="0" i="0" u="none" kern="1200" baseline="0">
        <ns2:solidFill>
          <ns2:schemeClr val="tx1"/>
        </ns2:solidFill>
        <ns2:latin typeface="Arial" panose="020B0604020202020204" pitchFamily="34" charset="0"/>
        <ns2:ea typeface="宋体" panose="02010600030101010101" pitchFamily="2" charset="-122"/>
      </ns2:defRPr>
    </ns2:lvl2pPr>
    <ns2:lvl3pPr marL="914400" lvl="2" indent="0" algn="l" defTabSz="914400" eaLnBrk="1" fontAlgn="base" latinLnBrk="0" hangingPunct="1">
      <ns2:lnSpc>
        <ns2:spcPct val="100000"/>
      </ns2:lnSpc>
      <ns2:spcBef>
        <ns2:spcPct val="0"/>
      </ns2:spcBef>
      <ns2:spcAft>
        <ns2:spcPct val="0"/>
      </ns2:spcAft>
      <ns2:buNone/>
      <ns2:defRPr b="0" i="0" u="none" kern="1200" baseline="0">
        <ns2:solidFill>
          <ns2:schemeClr val="tx1"/>
        </ns2:solidFill>
        <ns2:latin typeface="Arial" panose="020B0604020202020204" pitchFamily="34" charset="0"/>
        <ns2:ea typeface="宋体" panose="02010600030101010101" pitchFamily="2" charset="-122"/>
      </ns2:defRPr>
    </ns2:lvl3pPr>
    <ns2:lvl4pPr marL="1371600" lvl="3" indent="0" algn="l" defTabSz="914400" eaLnBrk="1" fontAlgn="base" latinLnBrk="0" hangingPunct="1">
      <ns2:lnSpc>
        <ns2:spcPct val="100000"/>
      </ns2:lnSpc>
      <ns2:spcBef>
        <ns2:spcPct val="0"/>
      </ns2:spcBef>
      <ns2:spcAft>
        <ns2:spcPct val="0"/>
      </ns2:spcAft>
      <ns2:buNone/>
      <ns2:defRPr b="0" i="0" u="none" kern="1200" baseline="0">
        <ns2:solidFill>
          <ns2:schemeClr val="tx1"/>
        </ns2:solidFill>
        <ns2:latin typeface="Arial" panose="020B0604020202020204" pitchFamily="34" charset="0"/>
        <ns2:ea typeface="宋体" panose="02010600030101010101" pitchFamily="2" charset="-122"/>
      </ns2:defRPr>
    </ns2:lvl4pPr>
    <ns2:lvl5pPr marL="1828800" lvl="4" indent="0" algn="l" defTabSz="914400" eaLnBrk="1" fontAlgn="base" latinLnBrk="0" hangingPunct="1">
      <ns2:lnSpc>
        <ns2:spcPct val="100000"/>
      </ns2:lnSpc>
      <ns2:spcBef>
        <ns2:spcPct val="0"/>
      </ns2:spcBef>
      <ns2:spcAft>
        <ns2:spcPct val="0"/>
      </ns2:spcAft>
      <ns2:buNone/>
      <ns2:defRPr b="0" i="0" u="none" kern="1200" baseline="0">
        <ns2:solidFill>
          <ns2:schemeClr val="tx1"/>
        </ns2:solidFill>
        <ns2:latin typeface="Arial" panose="020B0604020202020204" pitchFamily="34" charset="0"/>
        <ns2:ea typeface="宋体" panose="02010600030101010101" pitchFamily="2" charset="-122"/>
      </ns2:defRPr>
    </ns2:lvl5pPr>
    <ns2:lvl6pPr marL="2286000" lvl="5" indent="0" algn="l" defTabSz="914400" eaLnBrk="1" fontAlgn="base" latinLnBrk="0" hangingPunct="1">
      <ns2:lnSpc>
        <ns2:spcPct val="100000"/>
      </ns2:lnSpc>
      <ns2:spcBef>
        <ns2:spcPct val="0"/>
      </ns2:spcBef>
      <ns2:spcAft>
        <ns2:spcPct val="0"/>
      </ns2:spcAft>
      <ns2:buNone/>
      <ns2:defRPr b="0" i="0" u="none" kern="1200" baseline="0">
        <ns2:solidFill>
          <ns2:schemeClr val="tx1"/>
        </ns2:solidFill>
        <ns2:latin typeface="Arial" panose="020B0604020202020204" pitchFamily="34" charset="0"/>
        <ns2:ea typeface="宋体" panose="02010600030101010101" pitchFamily="2" charset="-122"/>
      </ns2:defRPr>
    </ns2:lvl6pPr>
    <ns2:lvl7pPr marL="2743200" lvl="6" indent="0" algn="l" defTabSz="914400" eaLnBrk="1" fontAlgn="base" latinLnBrk="0" hangingPunct="1">
      <ns2:lnSpc>
        <ns2:spcPct val="100000"/>
      </ns2:lnSpc>
      <ns2:spcBef>
        <ns2:spcPct val="0"/>
      </ns2:spcBef>
      <ns2:spcAft>
        <ns2:spcPct val="0"/>
      </ns2:spcAft>
      <ns2:buNone/>
      <ns2:defRPr b="0" i="0" u="none" kern="1200" baseline="0">
        <ns2:solidFill>
          <ns2:schemeClr val="tx1"/>
        </ns2:solidFill>
        <ns2:latin typeface="Arial" panose="020B0604020202020204" pitchFamily="34" charset="0"/>
        <ns2:ea typeface="宋体" panose="02010600030101010101" pitchFamily="2" charset="-122"/>
      </ns2:defRPr>
    </ns2:lvl7pPr>
    <ns2:lvl8pPr marL="3200400" lvl="7" indent="0" algn="l" defTabSz="914400" eaLnBrk="1" fontAlgn="base" latinLnBrk="0" hangingPunct="1">
      <ns2:lnSpc>
        <ns2:spcPct val="100000"/>
      </ns2:lnSpc>
      <ns2:spcBef>
        <ns2:spcPct val="0"/>
      </ns2:spcBef>
      <ns2:spcAft>
        <ns2:spcPct val="0"/>
      </ns2:spcAft>
      <ns2:buNone/>
      <ns2:defRPr b="0" i="0" u="none" kern="1200" baseline="0">
        <ns2:solidFill>
          <ns2:schemeClr val="tx1"/>
        </ns2:solidFill>
        <ns2:latin typeface="Arial" panose="020B0604020202020204" pitchFamily="34" charset="0"/>
        <ns2:ea typeface="宋体" panose="02010600030101010101" pitchFamily="2" charset="-122"/>
      </ns2:defRPr>
    </ns2:lvl8pPr>
    <ns2:lvl9pPr marL="3657600" lvl="8" indent="0" algn="l" defTabSz="914400" eaLnBrk="1" fontAlgn="base" latinLnBrk="0" hangingPunct="1">
      <ns2:lnSpc>
        <ns2:spcPct val="100000"/>
      </ns2:lnSpc>
      <ns2:spcBef>
        <ns2:spcPct val="0"/>
      </ns2:spcBef>
      <ns2:spcAft>
        <ns2:spcPct val="0"/>
      </ns2:spcAft>
      <ns2:buNone/>
      <ns2:defRPr b="0" i="0" u="none" kern="1200" baseline="0">
        <ns2:solidFill>
          <ns2:schemeClr val="tx1"/>
        </ns2:solidFill>
        <ns2:latin typeface="Arial" panose="020B0604020202020204" pitchFamily="34" charset="0"/>
        <ns2:ea typeface="宋体" panose="02010600030101010101" pitchFamily="2" charset="-122"/>
      </ns2:defRPr>
    </ns2:lvl9pPr>
  </defaultTextStyle>
  <extLst>
    <ext uri="{EFAFB233-063F-42B5-8137-9DF3F51BA10A}">
      <ns3:sldGuideLst>
        <ns3:guide id="1" orient="horz" pos="2142">
          <ns3:clr>
            <ns2:srgbClr val="A4A3A4"/>
          </ns3:clr>
        </ns3:guide>
        <ns3:guide id="2" pos="3841">
          <ns3:clr>
            <ns2:srgbClr val="A4A3A4"/>
          </ns3:clr>
        </ns3:guide>
      </ns3:sldGuideLst>
    </ext>
  </extLst>
</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F8F8"/>
    <a:srgbClr val="113E6A"/>
    <a:srgbClr val="006BBC"/>
    <a:srgbClr val="363636"/>
    <a:srgbClr val="FAFAFA"/>
    <a:srgbClr val="0F3D68"/>
    <a:srgbClr val="003366"/>
    <a:srgbClr val="EAEA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477" autoAdjust="0"/>
    <p:restoredTop sz="94660"/>
  </p:normalViewPr>
  <p:slideViewPr>
    <p:cSldViewPr snapToObjects="1" showGuides="1">
      <p:cViewPr varScale="1">
        <p:scale>
          <a:sx n="58" d="100"/>
          <a:sy n="58" d="100"/>
        </p:scale>
        <p:origin x="738" y="66"/>
      </p:cViewPr>
      <p:guideLst>
        <p:guide orient="horz" pos="2142"/>
        <p:guide pos="384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?>
<Relationships xmlns="http://schemas.openxmlformats.org/package/2006/relationships"><Relationship Id="rId34" Type="http://schemas.openxmlformats.org/officeDocument/2006/relationships/viewProps" Target="viewProps.xml" /><Relationship Id="rId33" Type="http://schemas.openxmlformats.org/officeDocument/2006/relationships/presProps" Target="presProps.xml" /><Relationship Id="rId2" Type="http://schemas.openxmlformats.org/officeDocument/2006/relationships/slideMaster" Target="slideMasters/slideMaster2.xml" /><Relationship Id="rId1" Type="http://schemas.openxmlformats.org/officeDocument/2006/relationships/slideMaster" Target="slideMasters/slideMaster1.xml" /><Relationship Id="rId36" Type="http://schemas.openxmlformats.org/officeDocument/2006/relationships/tableStyles" Target="tableStyles.xml" /><Relationship Id="rId35" Type="http://schemas.openxmlformats.org/officeDocument/2006/relationships/theme" Target="theme/theme1.xml" /><Relationship Id="rId37" Type="http://schemas.openxmlformats.org/officeDocument/2006/relationships/slide" Target="slides/slid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8763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8763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20363" cy="2852737"/>
          </a:xfrm>
        </p:spPr>
        <p:txBody>
          <a:bodyPr anchor="b"/>
          <a:lstStyle>
            <a:lvl1pPr>
              <a:defRPr sz="60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20363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411788" cy="4525963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3788" y="1600200"/>
            <a:ext cx="5413375" cy="4525963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20362" cy="1325563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9375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9375" cy="368458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5375" y="1681163"/>
            <a:ext cx="5184775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5375" y="2505075"/>
            <a:ext cx="5184775" cy="368458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blipFill rotWithShape="0">
          <a:blip r:embed="rId2" cstate="print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图片 3"/>
          <p:cNvPicPr>
            <a:picLocks noChangeAspect="1"/>
          </p:cNvPicPr>
          <p:nvPr userDrawn="1"/>
        </p:nvPicPr>
        <p:blipFill>
          <a:blip r:embed="rId3" cstate="print"/>
          <a:srcRect t="14301" b="13251"/>
          <a:stretch>
            <a:fillRect/>
          </a:stretch>
        </p:blipFill>
        <p:spPr>
          <a:xfrm>
            <a:off x="0" y="0"/>
            <a:ext cx="12196763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" name="矩形 4"/>
          <p:cNvSpPr>
            <a:spLocks noChangeArrowheads="1"/>
          </p:cNvSpPr>
          <p:nvPr/>
        </p:nvSpPr>
        <p:spPr bwMode="auto">
          <a:xfrm>
            <a:off x="0" y="0"/>
            <a:ext cx="12196763" cy="6858000"/>
          </a:xfrm>
          <a:prstGeom prst="rect">
            <a:avLst/>
          </a:prstGeom>
          <a:solidFill>
            <a:srgbClr val="003366">
              <a:alpha val="8588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bg>
      <p:bgPr>
        <a:blipFill rotWithShape="0">
          <a:blip r:embed="rId2" cstate="print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图片 3"/>
          <p:cNvPicPr>
            <a:picLocks noChangeAspect="1"/>
          </p:cNvPicPr>
          <p:nvPr userDrawn="1"/>
        </p:nvPicPr>
        <p:blipFill>
          <a:blip r:embed="rId3" cstate="print"/>
          <a:srcRect t="14301" b="13251"/>
          <a:stretch>
            <a:fillRect/>
          </a:stretch>
        </p:blipFill>
        <p:spPr>
          <a:xfrm>
            <a:off x="0" y="0"/>
            <a:ext cx="12196763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" name="矩形 4"/>
          <p:cNvSpPr>
            <a:spLocks noChangeArrowheads="1"/>
          </p:cNvSpPr>
          <p:nvPr/>
        </p:nvSpPr>
        <p:spPr bwMode="auto">
          <a:xfrm>
            <a:off x="0" y="0"/>
            <a:ext cx="12196763" cy="6858000"/>
          </a:xfrm>
          <a:prstGeom prst="rect">
            <a:avLst/>
          </a:prstGeom>
          <a:solidFill>
            <a:srgbClr val="003366">
              <a:alpha val="8588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矩形 5"/>
          <p:cNvSpPr>
            <a:spLocks noChangeArrowheads="1"/>
          </p:cNvSpPr>
          <p:nvPr/>
        </p:nvSpPr>
        <p:spPr bwMode="auto">
          <a:xfrm>
            <a:off x="5522913" y="0"/>
            <a:ext cx="6673850" cy="6858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txBody>
          <a:bodyPr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3825" cy="1600200"/>
          </a:xfrm>
        </p:spPr>
        <p:txBody>
          <a:bodyPr anchor="b"/>
          <a:lstStyle>
            <a:lvl1pPr>
              <a:defRPr sz="32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4775" y="987425"/>
            <a:ext cx="6175375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382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3825" cy="1600200"/>
          </a:xfrm>
        </p:spPr>
        <p:txBody>
          <a:bodyPr anchor="b"/>
          <a:lstStyle>
            <a:lvl1pPr>
              <a:defRPr sz="32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4775" y="987425"/>
            <a:ext cx="6175375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382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43963" y="908050"/>
            <a:ext cx="2743200" cy="5218113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908050"/>
            <a:ext cx="8081963" cy="5218113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8763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8763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20363" cy="2852737"/>
          </a:xfrm>
        </p:spPr>
        <p:txBody>
          <a:bodyPr anchor="b"/>
          <a:lstStyle>
            <a:lvl1pPr>
              <a:defRPr sz="60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20363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411788" cy="4525963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3788" y="1600200"/>
            <a:ext cx="5413375" cy="4525963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20362" cy="1325563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9375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9375" cy="368458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5375" y="1681163"/>
            <a:ext cx="5184775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5375" y="2505075"/>
            <a:ext cx="5184775" cy="368458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3825" cy="1600200"/>
          </a:xfrm>
        </p:spPr>
        <p:txBody>
          <a:bodyPr anchor="b"/>
          <a:lstStyle>
            <a:lvl1pPr>
              <a:defRPr sz="32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4775" y="987425"/>
            <a:ext cx="6175375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382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3825" cy="1600200"/>
          </a:xfrm>
        </p:spPr>
        <p:txBody>
          <a:bodyPr anchor="b"/>
          <a:lstStyle>
            <a:lvl1pPr>
              <a:defRPr sz="32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4775" y="987425"/>
            <a:ext cx="6175375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382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43963" y="908050"/>
            <a:ext cx="2743200" cy="5218113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908050"/>
            <a:ext cx="8081963" cy="5218113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4" cstate="print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609600" y="908050"/>
            <a:ext cx="10977563" cy="6350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lvl="0"/>
            <a:r>
              <a:rPr lang="zh-CN" altLang="zh-CN" dirty="0"/>
              <a:t>单击此处编辑母版标题样式</a:t>
            </a:r>
          </a:p>
        </p:txBody>
      </p:sp>
      <p:sp>
        <p:nvSpPr>
          <p:cNvPr id="1027" name="Rectangle 3"/>
          <p:cNvSpPr>
            <a:spLocks noGrp="1"/>
          </p:cNvSpPr>
          <p:nvPr>
            <p:ph type="body"/>
          </p:nvPr>
        </p:nvSpPr>
        <p:spPr>
          <a:xfrm>
            <a:off x="609600" y="1600200"/>
            <a:ext cx="10977563" cy="4525963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lvl="0" indent="-342900"/>
            <a:r>
              <a:rPr lang="zh-CN" altLang="zh-CN" dirty="0"/>
              <a:t>单击此处编辑母版文本样式</a:t>
            </a:r>
          </a:p>
          <a:p>
            <a:pPr lvl="1" indent="-285750"/>
            <a:r>
              <a:rPr lang="zh-CN" altLang="zh-CN" dirty="0"/>
              <a:t>第二级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400" kern="1200">
          <a:solidFill>
            <a:schemeClr val="accent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Arial" panose="020B0604020202020204" pitchFamily="34" charset="0"/>
          <a:ea typeface="微软雅黑" panose="020B0503020204020204" pitchFamily="34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Arial" panose="020B0604020202020204" pitchFamily="34" charset="0"/>
          <a:ea typeface="微软雅黑" panose="020B0503020204020204" pitchFamily="34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Arial" panose="020B0604020202020204" pitchFamily="34" charset="0"/>
          <a:ea typeface="微软雅黑" panose="020B0503020204020204" pitchFamily="34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Arial" panose="020B0604020202020204" pitchFamily="34" charset="0"/>
          <a:ea typeface="微软雅黑" panose="020B0503020204020204" pitchFamily="34" charset="-122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Arial" panose="020B0604020202020204" pitchFamily="34" charset="0"/>
          <a:ea typeface="微软雅黑" panose="020B0503020204020204" pitchFamily="34" charset="-122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Arial" panose="020B0604020202020204" pitchFamily="34" charset="0"/>
          <a:ea typeface="微软雅黑" panose="020B0503020204020204" pitchFamily="34" charset="-122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Arial" panose="020B0604020202020204" pitchFamily="34" charset="0"/>
          <a:ea typeface="微软雅黑" panose="020B0503020204020204" pitchFamily="34" charset="-122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Arial" panose="020B0604020202020204" pitchFamily="34" charset="0"/>
          <a:ea typeface="微软雅黑" panose="020B0503020204020204" pitchFamily="34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accent1"/>
          </a:solidFill>
          <a:latin typeface="+mn-lt"/>
          <a:ea typeface="仿宋_GB2312" pitchFamily="1" charset="-122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宋体" panose="02010600030101010101" pitchFamily="2" charset="-122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宋体" panose="02010600030101010101" pitchFamily="2" charset="-122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宋体" panose="02010600030101010101" pitchFamily="2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3" cstate="print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矩形 3"/>
          <p:cNvSpPr>
            <a:spLocks noChangeArrowheads="1"/>
          </p:cNvSpPr>
          <p:nvPr/>
        </p:nvSpPr>
        <p:spPr bwMode="auto">
          <a:xfrm>
            <a:off x="11582400" y="6381750"/>
            <a:ext cx="492125" cy="396875"/>
          </a:xfrm>
          <a:prstGeom prst="rect">
            <a:avLst/>
          </a:prstGeom>
          <a:solidFill>
            <a:srgbClr val="0F3D68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5" name="TextBox 4"/>
          <p:cNvSpPr txBox="1"/>
          <p:nvPr/>
        </p:nvSpPr>
        <p:spPr>
          <a:xfrm>
            <a:off x="11609388" y="6410325"/>
            <a:ext cx="436562" cy="339725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lvl="0" indent="0" algn="ctr"/>
            <a:fld id="{9A0DB2DC-4C9A-4742-B13C-FB6460FD3503}" type="slidenum">
              <a:rPr lang="zh-CN" altLang="en-US" sz="1600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pPr lvl="0" indent="0" algn="ctr"/>
              <a:t>‹#›</a:t>
            </a:fld>
            <a:endParaRPr lang="zh-CN" altLang="en-US" sz="1600" dirty="0">
              <a:solidFill>
                <a:schemeClr val="accent2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052" name="Rectangle 2"/>
          <p:cNvSpPr>
            <a:spLocks noGrp="1"/>
          </p:cNvSpPr>
          <p:nvPr>
            <p:ph type="title"/>
          </p:nvPr>
        </p:nvSpPr>
        <p:spPr>
          <a:xfrm>
            <a:off x="609600" y="908050"/>
            <a:ext cx="10977563" cy="6350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lvl="0"/>
            <a:r>
              <a:rPr lang="zh-CN" altLang="zh-CN" dirty="0"/>
              <a:t>单击此处编辑母版标题样式</a:t>
            </a:r>
          </a:p>
        </p:txBody>
      </p:sp>
      <p:sp>
        <p:nvSpPr>
          <p:cNvPr id="2053" name="Rectangle 3"/>
          <p:cNvSpPr>
            <a:spLocks noGrp="1"/>
          </p:cNvSpPr>
          <p:nvPr>
            <p:ph type="body"/>
          </p:nvPr>
        </p:nvSpPr>
        <p:spPr>
          <a:xfrm>
            <a:off x="609600" y="1600200"/>
            <a:ext cx="10977563" cy="4525963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lvl="0" indent="-342900"/>
            <a:r>
              <a:rPr lang="zh-CN" altLang="zh-CN" dirty="0"/>
              <a:t>单击此处编辑母版文本样式</a:t>
            </a:r>
          </a:p>
          <a:p>
            <a:pPr lvl="1" indent="-285750"/>
            <a:r>
              <a:rPr lang="zh-CN" altLang="zh-CN" dirty="0"/>
              <a:t>第二级</a:t>
            </a:r>
          </a:p>
        </p:txBody>
      </p:sp>
      <p:sp>
        <p:nvSpPr>
          <p:cNvPr id="2054" name="矩形 1"/>
          <p:cNvSpPr>
            <a:spLocks noChangeArrowheads="1"/>
          </p:cNvSpPr>
          <p:nvPr/>
        </p:nvSpPr>
        <p:spPr bwMode="auto">
          <a:xfrm>
            <a:off x="0" y="6713538"/>
            <a:ext cx="12196763" cy="144463"/>
          </a:xfrm>
          <a:prstGeom prst="rect">
            <a:avLst/>
          </a:prstGeom>
          <a:solidFill>
            <a:srgbClr val="0F3D6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30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30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00" fill="hold"/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5" grpId="0"/>
    </p:bldLst>
  </p:timing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400" kern="1200">
          <a:solidFill>
            <a:schemeClr val="accent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Arial" panose="020B0604020202020204" pitchFamily="34" charset="0"/>
          <a:ea typeface="微软雅黑" panose="020B0503020204020204" pitchFamily="34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Arial" panose="020B0604020202020204" pitchFamily="34" charset="0"/>
          <a:ea typeface="微软雅黑" panose="020B0503020204020204" pitchFamily="34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Arial" panose="020B0604020202020204" pitchFamily="34" charset="0"/>
          <a:ea typeface="微软雅黑" panose="020B0503020204020204" pitchFamily="34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Arial" panose="020B0604020202020204" pitchFamily="34" charset="0"/>
          <a:ea typeface="微软雅黑" panose="020B0503020204020204" pitchFamily="34" charset="-122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Arial" panose="020B0604020202020204" pitchFamily="34" charset="0"/>
          <a:ea typeface="微软雅黑" panose="020B0503020204020204" pitchFamily="34" charset="-122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Arial" panose="020B0604020202020204" pitchFamily="34" charset="0"/>
          <a:ea typeface="微软雅黑" panose="020B0503020204020204" pitchFamily="34" charset="-122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Arial" panose="020B0604020202020204" pitchFamily="34" charset="0"/>
          <a:ea typeface="微软雅黑" panose="020B0503020204020204" pitchFamily="34" charset="-122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Arial" panose="020B0604020202020204" pitchFamily="34" charset="0"/>
          <a:ea typeface="微软雅黑" panose="020B0503020204020204" pitchFamily="34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accent1"/>
          </a:solidFill>
          <a:latin typeface="+mn-lt"/>
          <a:ea typeface="仿宋_GB2312" pitchFamily="1" charset="-122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宋体" panose="02010600030101010101" pitchFamily="2" charset="-122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宋体" panose="02010600030101010101" pitchFamily="2" charset="-122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宋体" panose="02010600030101010101" pitchFamily="2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slide1.xml><?xml version="1.0" encoding="utf-8"?>
<sld xmlns="http://schemas.openxmlformats.org/presentationml/2006/main" xmlns:ns1="http://schemas.openxmlformats.org/drawingml/2006/main">
  <cSld>
    <spTree>
      <nvGrpSpPr>
        <cNvPr id="1" name=""/>
        <cNvGrpSpPr/>
        <nvPr/>
      </nvGrpSpPr>
      <grpSpPr>
        <ns1:xfrm>
          <ns1:off x="0" y="0"/>
          <ns1:ext cx="0" cy="0"/>
          <ns1:chOff x="0" y="0"/>
          <ns1:chExt cx="0" cy="0"/>
        </ns1:xfrm>
      </grpSpPr>
    </spTree>
  </cSld>
  <clrMapOvr>
    <ns1:masterClrMapping/>
  </clrMapOvr>
</sld>
</file>

<file path=ppt/theme/theme1.xml><?xml version="1.0" encoding="utf-8"?>
<a:theme xmlns:a="http://schemas.openxmlformats.org/drawingml/2006/main" name="1">
  <a:themeElements>
    <a:clrScheme name="">
      <a:dk1>
        <a:srgbClr val="004C54"/>
      </a:dk1>
      <a:lt1>
        <a:srgbClr val="009EB0"/>
      </a:lt1>
      <a:dk2>
        <a:srgbClr val="DDDDDD"/>
      </a:dk2>
      <a:lt2>
        <a:srgbClr val="808080"/>
      </a:lt2>
      <a:accent1>
        <a:srgbClr val="292929"/>
      </a:accent1>
      <a:accent2>
        <a:srgbClr val="FFFFFF"/>
      </a:accent2>
      <a:accent3>
        <a:srgbClr val="AACCD4"/>
      </a:accent3>
      <a:accent4>
        <a:srgbClr val="004046"/>
      </a:accent4>
      <a:accent5>
        <a:srgbClr val="ACACAC"/>
      </a:accent5>
      <a:accent6>
        <a:srgbClr val="E7E7E7"/>
      </a:accent6>
      <a:hlink>
        <a:srgbClr val="B3B3B3"/>
      </a:hlink>
      <a:folHlink>
        <a:srgbClr val="404040"/>
      </a:folHlink>
    </a:clrScheme>
    <a:fontScheme name="2_默认设计模板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2_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FDEF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E4ECF8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7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9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默认设计模板 13">
        <a:dk1>
          <a:srgbClr val="000000"/>
        </a:dk1>
        <a:lt1>
          <a:srgbClr val="FFFFD9"/>
        </a:lt1>
        <a:dk2>
          <a:srgbClr val="2B2E30"/>
        </a:dk2>
        <a:lt2>
          <a:srgbClr val="777777"/>
        </a:lt2>
        <a:accent1>
          <a:srgbClr val="7FBA00"/>
        </a:accent1>
        <a:accent2>
          <a:srgbClr val="FCDB00"/>
        </a:accent2>
        <a:accent3>
          <a:srgbClr val="FFFFE9"/>
        </a:accent3>
        <a:accent4>
          <a:srgbClr val="000000"/>
        </a:accent4>
        <a:accent5>
          <a:srgbClr val="C0D9AA"/>
        </a:accent5>
        <a:accent6>
          <a:srgbClr val="E4C600"/>
        </a:accent6>
        <a:hlink>
          <a:srgbClr val="21A3D0"/>
        </a:hlink>
        <a:folHlink>
          <a:srgbClr val="DA251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">
  <a:themeElements>
    <a:clrScheme name="">
      <a:dk1>
        <a:srgbClr val="004C54"/>
      </a:dk1>
      <a:lt1>
        <a:srgbClr val="009EB0"/>
      </a:lt1>
      <a:dk2>
        <a:srgbClr val="DDDDDD"/>
      </a:dk2>
      <a:lt2>
        <a:srgbClr val="808080"/>
      </a:lt2>
      <a:accent1>
        <a:srgbClr val="292929"/>
      </a:accent1>
      <a:accent2>
        <a:srgbClr val="FFFFFF"/>
      </a:accent2>
      <a:accent3>
        <a:srgbClr val="AACCD4"/>
      </a:accent3>
      <a:accent4>
        <a:srgbClr val="004046"/>
      </a:accent4>
      <a:accent5>
        <a:srgbClr val="ACACAC"/>
      </a:accent5>
      <a:accent6>
        <a:srgbClr val="E7E7E7"/>
      </a:accent6>
      <a:hlink>
        <a:srgbClr val="B3B3B3"/>
      </a:hlink>
      <a:folHlink>
        <a:srgbClr val="404040"/>
      </a:folHlink>
    </a:clrScheme>
    <a:fontScheme name="3_默认设计模板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3_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FDEF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E4ECF8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7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9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默认设计模板 13">
        <a:dk1>
          <a:srgbClr val="000000"/>
        </a:dk1>
        <a:lt1>
          <a:srgbClr val="FFFFD9"/>
        </a:lt1>
        <a:dk2>
          <a:srgbClr val="2B2E30"/>
        </a:dk2>
        <a:lt2>
          <a:srgbClr val="777777"/>
        </a:lt2>
        <a:accent1>
          <a:srgbClr val="7FBA00"/>
        </a:accent1>
        <a:accent2>
          <a:srgbClr val="FCDB00"/>
        </a:accent2>
        <a:accent3>
          <a:srgbClr val="FFFFE9"/>
        </a:accent3>
        <a:accent4>
          <a:srgbClr val="000000"/>
        </a:accent4>
        <a:accent5>
          <a:srgbClr val="C0D9AA"/>
        </a:accent5>
        <a:accent6>
          <a:srgbClr val="E4C600"/>
        </a:accent6>
        <a:hlink>
          <a:srgbClr val="21A3D0"/>
        </a:hlink>
        <a:folHlink>
          <a:srgbClr val="DA251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