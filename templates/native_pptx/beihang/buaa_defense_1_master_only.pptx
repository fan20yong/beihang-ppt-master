
<file path=[Content_Types].xml><?xml version="1.0" encoding="utf-8"?>
<ns0:Types xmlns:ns0="http://schemas.openxmlformats.org/package/2006/content-types">
  <ns0:Default Extension="emf" ContentType="image/x-emf"/>
  <ns0:Default Extension="fntdata" ContentType="application/x-fontdata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/ns0:Relationships>
</file>

<file path=ppt/presentation.xml><?xml version="1.0" encoding="utf-8"?>
<presentation xmlns="http://schemas.openxmlformats.org/presentationml/2006/main" xmlns:ns2="http://schemas.openxmlformats.org/drawingml/2006/main" xmlns:ns3="http://schemas.microsoft.com/office/powerpoint/2012/main" xmlns:r="http://schemas.openxmlformats.org/officeDocument/2006/relationships" embedTrueTypeFonts="1" saveSubsetFonts="1">
  <sldMasterIdLst>
    <sldMasterId id="2147483648" r:id="rId1"/>
  </sldMasterIdLst>
  <notesMasterIdLst>
    <notesMasterId r:id="rId29"/>
  </notesMasterIdLst>
  <handoutMasterIdLst>
    <handoutMasterId r:id="rId30"/>
  </handoutMasterIdLst>
  <sldIdLst>
    <sldId r:id="rId45" id="256"/>
  </sldIdLst>
  <sldSz cx="9144000" cy="5143500" type="screen16x9"/>
  <notesSz cx="6858000" cy="9144000"/>
  <embeddedFontLst>
    <embeddedFont>
      <font typeface="方正正黑简体" panose="02010600030101010101" charset="-122"/>
      <regular r:id="rId31"/>
    </embeddedFont>
    <embeddedFont>
      <font typeface="方正正纤黑简体" panose="02010600030101010101" charset="-122"/>
      <regular r:id="rId32"/>
    </embeddedFont>
    <embeddedFont>
      <font typeface="Calibri" panose="020F0502020204030204" pitchFamily="34" charset="0"/>
      <regular r:id="rId33"/>
      <bold r:id="rId34"/>
      <italic r:id="rId35"/>
      <boldItalic r:id="rId36"/>
    </embeddedFont>
    <embeddedFont>
      <font typeface="Segoe UI Semilight" panose="020B0402040204020203" pitchFamily="34" charset="0"/>
      <regular r:id="rId37"/>
      <italic r:id="rId38"/>
    </embeddedFont>
    <embeddedFont>
      <font typeface="微软雅黑" panose="020B0503020204020204" pitchFamily="34" charset="-122"/>
      <regular r:id="rId39"/>
      <bold r:id="rId40"/>
    </embeddedFont>
  </embeddedFontLst>
  <defaultTextStyle>
    <ns2:defPPr>
      <ns2:defRPr lang="zh-CN"/>
    </ns2:defPPr>
    <ns2:lvl1pPr marL="0" lvl="0" indent="0" algn="l" defTabSz="685800" eaLnBrk="1" fontAlgn="base" latinLnBrk="0" hangingPunct="1">
      <ns2:lnSpc>
        <ns2:spcPct val="100000"/>
      </ns2:lnSpc>
      <ns2:spcBef>
        <ns2:spcPct val="0"/>
      </ns2:spcBef>
      <ns2:spcAft>
        <ns2:spcPct val="0"/>
      </ns2:spcAft>
      <ns2:buNone/>
      <ns2:defRPr sz="1300" b="0" i="0" u="none" kern="1200" baseline="0">
        <ns2:solidFill>
          <ns2:schemeClr val="tx1"/>
        </ns2:solidFill>
        <ns2:latin typeface="方正正黑简体" panose="02000000000000000000" pitchFamily="2" charset="-122"/>
        <ns2:ea typeface="方正正黑简体" panose="02000000000000000000" pitchFamily="2" charset="-122"/>
      </ns2:defRPr>
    </ns2:lvl1pPr>
    <ns2:lvl2pPr marL="342900" lvl="1" indent="114300" algn="l" defTabSz="685800" eaLnBrk="1" fontAlgn="base" latinLnBrk="0" hangingPunct="1">
      <ns2:lnSpc>
        <ns2:spcPct val="100000"/>
      </ns2:lnSpc>
      <ns2:spcBef>
        <ns2:spcPct val="0"/>
      </ns2:spcBef>
      <ns2:spcAft>
        <ns2:spcPct val="0"/>
      </ns2:spcAft>
      <ns2:buNone/>
      <ns2:defRPr sz="1300" b="0" i="0" u="none" kern="1200" baseline="0">
        <ns2:solidFill>
          <ns2:schemeClr val="tx1"/>
        </ns2:solidFill>
        <ns2:latin typeface="方正正黑简体" panose="02000000000000000000" pitchFamily="2" charset="-122"/>
        <ns2:ea typeface="方正正黑简体" panose="02000000000000000000" pitchFamily="2" charset="-122"/>
      </ns2:defRPr>
    </ns2:lvl2pPr>
    <ns2:lvl3pPr marL="685800" lvl="2" indent="228600" algn="l" defTabSz="685800" eaLnBrk="1" fontAlgn="base" latinLnBrk="0" hangingPunct="1">
      <ns2:lnSpc>
        <ns2:spcPct val="100000"/>
      </ns2:lnSpc>
      <ns2:spcBef>
        <ns2:spcPct val="0"/>
      </ns2:spcBef>
      <ns2:spcAft>
        <ns2:spcPct val="0"/>
      </ns2:spcAft>
      <ns2:buNone/>
      <ns2:defRPr sz="1300" b="0" i="0" u="none" kern="1200" baseline="0">
        <ns2:solidFill>
          <ns2:schemeClr val="tx1"/>
        </ns2:solidFill>
        <ns2:latin typeface="方正正黑简体" panose="02000000000000000000" pitchFamily="2" charset="-122"/>
        <ns2:ea typeface="方正正黑简体" panose="02000000000000000000" pitchFamily="2" charset="-122"/>
      </ns2:defRPr>
    </ns2:lvl3pPr>
    <ns2:lvl4pPr marL="1028700" lvl="3" indent="342900" algn="l" defTabSz="685800" eaLnBrk="1" fontAlgn="base" latinLnBrk="0" hangingPunct="1">
      <ns2:lnSpc>
        <ns2:spcPct val="100000"/>
      </ns2:lnSpc>
      <ns2:spcBef>
        <ns2:spcPct val="0"/>
      </ns2:spcBef>
      <ns2:spcAft>
        <ns2:spcPct val="0"/>
      </ns2:spcAft>
      <ns2:buNone/>
      <ns2:defRPr sz="1300" b="0" i="0" u="none" kern="1200" baseline="0">
        <ns2:solidFill>
          <ns2:schemeClr val="tx1"/>
        </ns2:solidFill>
        <ns2:latin typeface="方正正黑简体" panose="02000000000000000000" pitchFamily="2" charset="-122"/>
        <ns2:ea typeface="方正正黑简体" panose="02000000000000000000" pitchFamily="2" charset="-122"/>
      </ns2:defRPr>
    </ns2:lvl4pPr>
    <ns2:lvl5pPr marL="1371600" lvl="4" indent="457200" algn="l" defTabSz="685800" eaLnBrk="1" fontAlgn="base" latinLnBrk="0" hangingPunct="1">
      <ns2:lnSpc>
        <ns2:spcPct val="100000"/>
      </ns2:lnSpc>
      <ns2:spcBef>
        <ns2:spcPct val="0"/>
      </ns2:spcBef>
      <ns2:spcAft>
        <ns2:spcPct val="0"/>
      </ns2:spcAft>
      <ns2:buNone/>
      <ns2:defRPr sz="1300" b="0" i="0" u="none" kern="1200" baseline="0">
        <ns2:solidFill>
          <ns2:schemeClr val="tx1"/>
        </ns2:solidFill>
        <ns2:latin typeface="方正正黑简体" panose="02000000000000000000" pitchFamily="2" charset="-122"/>
        <ns2:ea typeface="方正正黑简体" panose="02000000000000000000" pitchFamily="2" charset="-122"/>
      </ns2:defRPr>
    </ns2:lvl5pPr>
    <ns2:lvl6pPr marL="2286000" lvl="5" indent="457200" algn="l" defTabSz="685800" eaLnBrk="1" fontAlgn="base" latinLnBrk="0" hangingPunct="1">
      <ns2:lnSpc>
        <ns2:spcPct val="100000"/>
      </ns2:lnSpc>
      <ns2:spcBef>
        <ns2:spcPct val="0"/>
      </ns2:spcBef>
      <ns2:spcAft>
        <ns2:spcPct val="0"/>
      </ns2:spcAft>
      <ns2:buNone/>
      <ns2:defRPr sz="1300" b="0" i="0" u="none" kern="1200" baseline="0">
        <ns2:solidFill>
          <ns2:schemeClr val="tx1"/>
        </ns2:solidFill>
        <ns2:latin typeface="方正正黑简体" panose="02000000000000000000" pitchFamily="2" charset="-122"/>
        <ns2:ea typeface="方正正黑简体" panose="02000000000000000000" pitchFamily="2" charset="-122"/>
      </ns2:defRPr>
    </ns2:lvl6pPr>
    <ns2:lvl7pPr marL="2743200" lvl="6" indent="457200" algn="l" defTabSz="685800" eaLnBrk="1" fontAlgn="base" latinLnBrk="0" hangingPunct="1">
      <ns2:lnSpc>
        <ns2:spcPct val="100000"/>
      </ns2:lnSpc>
      <ns2:spcBef>
        <ns2:spcPct val="0"/>
      </ns2:spcBef>
      <ns2:spcAft>
        <ns2:spcPct val="0"/>
      </ns2:spcAft>
      <ns2:buNone/>
      <ns2:defRPr sz="1300" b="0" i="0" u="none" kern="1200" baseline="0">
        <ns2:solidFill>
          <ns2:schemeClr val="tx1"/>
        </ns2:solidFill>
        <ns2:latin typeface="方正正黑简体" panose="02000000000000000000" pitchFamily="2" charset="-122"/>
        <ns2:ea typeface="方正正黑简体" panose="02000000000000000000" pitchFamily="2" charset="-122"/>
      </ns2:defRPr>
    </ns2:lvl7pPr>
    <ns2:lvl8pPr marL="3200400" lvl="7" indent="457200" algn="l" defTabSz="685800" eaLnBrk="1" fontAlgn="base" latinLnBrk="0" hangingPunct="1">
      <ns2:lnSpc>
        <ns2:spcPct val="100000"/>
      </ns2:lnSpc>
      <ns2:spcBef>
        <ns2:spcPct val="0"/>
      </ns2:spcBef>
      <ns2:spcAft>
        <ns2:spcPct val="0"/>
      </ns2:spcAft>
      <ns2:buNone/>
      <ns2:defRPr sz="1300" b="0" i="0" u="none" kern="1200" baseline="0">
        <ns2:solidFill>
          <ns2:schemeClr val="tx1"/>
        </ns2:solidFill>
        <ns2:latin typeface="方正正黑简体" panose="02000000000000000000" pitchFamily="2" charset="-122"/>
        <ns2:ea typeface="方正正黑简体" panose="02000000000000000000" pitchFamily="2" charset="-122"/>
      </ns2:defRPr>
    </ns2:lvl8pPr>
    <ns2:lvl9pPr marL="3657600" lvl="8" indent="457200" algn="l" defTabSz="685800" eaLnBrk="1" fontAlgn="base" latinLnBrk="0" hangingPunct="1">
      <ns2:lnSpc>
        <ns2:spcPct val="100000"/>
      </ns2:lnSpc>
      <ns2:spcBef>
        <ns2:spcPct val="0"/>
      </ns2:spcBef>
      <ns2:spcAft>
        <ns2:spcPct val="0"/>
      </ns2:spcAft>
      <ns2:buNone/>
      <ns2:defRPr sz="1300" b="0" i="0" u="none" kern="1200" baseline="0">
        <ns2:solidFill>
          <ns2:schemeClr val="tx1"/>
        </ns2:solidFill>
        <ns2:latin typeface="方正正黑简体" panose="02000000000000000000" pitchFamily="2" charset="-122"/>
        <ns2:ea typeface="方正正黑简体" panose="02000000000000000000" pitchFamily="2" charset="-122"/>
      </ns2:defRPr>
    </ns2:lvl9pPr>
  </defaultTextStyle>
  <extLst>
    <ext uri="{EFAFB233-063F-42B5-8137-9DF3F51BA10A}">
      <ns3:sldGuideLst>
        <ns3:guide id="1" orient="horz" pos="1620">
          <ns3:clr>
            <ns2:srgbClr val="A4A3A4"/>
          </ns3:clr>
        </ns3:guide>
        <ns3:guide id="2" pos="2880">
          <ns3:clr>
            <ns2:srgbClr val="A4A3A4"/>
          </ns3:clr>
        </ns3:guide>
      </ns3:sldGuideLst>
    </ext>
    <ext uri="{2D200454-40CA-4A62-9FC3-DE9A4176ACB9}">
      <ns3:notesGuideLst/>
    </ext>
  </extLst>
</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/>
    <p:restoredTop sz="97703" autoAdjust="0"/>
  </p:normalViewPr>
  <p:slideViewPr>
    <p:cSldViewPr snapToGrid="0" showGuides="1">
      <p:cViewPr varScale="1">
        <p:scale>
          <a:sx n="77" d="100"/>
          <a:sy n="77" d="100"/>
        </p:scale>
        <p:origin x="762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 showFormatting="0">
    <p:cViewPr>
      <p:scale>
        <a:sx n="126" d="100"/>
        <a:sy n="126" d="100"/>
      </p:scale>
      <p:origin x="0" y="0"/>
    </p:cViewPr>
  </p:sorterViewPr>
  <p:notesViewPr>
    <p:cSldViewPr snapToGrid="0">
      <p:cViewPr varScale="1">
        <p:scale>
          <a:sx n="76" d="100"/>
          <a:sy n="76" d="100"/>
        </p:scale>
        <p:origin x="2550" y="72"/>
      </p:cViewPr>
      <p:guideLst/>
    </p:cSldViewPr>
  </p:notesViewPr>
  <p:gridSpacing cx="72008" cy="72008"/>
</p:viewPr>
</file>

<file path=ppt/_rels/presentation.xml.rels><?xml version='1.0' encoding='utf-8'?>
<Relationships xmlns="http://schemas.openxmlformats.org/package/2006/relationships"><Relationship Id="rId42" Type="http://schemas.openxmlformats.org/officeDocument/2006/relationships/viewProps" Target="viewProps.xml" /><Relationship Id="rId4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4" Type="http://schemas.openxmlformats.org/officeDocument/2006/relationships/tableStyles" Target="tableStyles.xml" /><Relationship Id="rId43" Type="http://schemas.openxmlformats.org/officeDocument/2006/relationships/theme" Target="theme/theme1.xml" /><Relationship Id="rId45" Type="http://schemas.openxmlformats.org/officeDocument/2006/relationships/slide" Target="slides/slide1.xml" 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图片 1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5588" cy="51435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  <a:endParaRPr lang="en-US" strike="noStrike" noProof="1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方正正黑简体" panose="02000000000000000000" pitchFamily="2" charset="-122"/>
                <a:ea typeface="微软雅黑" panose="020B0503020204020204" pitchFamily="34" charset="-122"/>
                <a:cs typeface="+mn-ea"/>
              </a:rPr>
              <a:t>‹#›</a:t>
            </a:fld>
            <a:endParaRPr lang="zh-CN" altLang="en-US" strike="noStrike" noProof="1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>
                <a:ea typeface="微软雅黑" panose="020B0503020204020204" pitchFamily="34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  <a:endParaRPr lang="en-US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>
                <a:ea typeface="微软雅黑" panose="020B0503020204020204" pitchFamily="34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  <a:endParaRPr lang="en-US" strike="noStrike" noProof="1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方正正黑简体" panose="02000000000000000000" pitchFamily="2" charset="-122"/>
                <a:ea typeface="微软雅黑" panose="020B0503020204020204" pitchFamily="34" charset="-122"/>
                <a:cs typeface="+mn-ea"/>
              </a:rPr>
              <a:t>‹#›</a:t>
            </a:fld>
            <a:endParaRPr lang="zh-CN" altLang="en-US" strike="noStrike" noProof="1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方正正黑简体" panose="02000000000000000000" pitchFamily="2" charset="-122"/>
                <a:ea typeface="微软雅黑" panose="020B0503020204020204" pitchFamily="34" charset="-122"/>
                <a:cs typeface="+mn-ea"/>
              </a:rPr>
              <a:t>‹#›</a:t>
            </a:fld>
            <a:endParaRPr lang="zh-CN" altLang="en-US" strike="noStrike" noProof="1"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8987" y="99972"/>
            <a:ext cx="2070277" cy="39364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方正正黑简体" panose="02000000000000000000" pitchFamily="2" charset="-122"/>
                <a:ea typeface="微软雅黑" panose="020B0503020204020204" pitchFamily="34" charset="-122"/>
                <a:cs typeface="+mn-ea"/>
              </a:rPr>
              <a:t>‹#›</a:t>
            </a:fld>
            <a:endParaRPr lang="zh-CN" altLang="en-US" strike="noStrike" noProof="1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/>
          <a:lstStyle>
            <a:lvl1pPr>
              <a:defRPr sz="2400">
                <a:ea typeface="微软雅黑" panose="020B0503020204020204" pitchFamily="34" charset="-122"/>
              </a:defRPr>
            </a:lvl1pPr>
            <a:lvl2pPr>
              <a:defRPr sz="2100">
                <a:ea typeface="微软雅黑" panose="020B0503020204020204" pitchFamily="34" charset="-122"/>
              </a:defRPr>
            </a:lvl2pPr>
            <a:lvl3pPr>
              <a:defRPr sz="1800">
                <a:ea typeface="微软雅黑" panose="020B0503020204020204" pitchFamily="34" charset="-122"/>
              </a:defRPr>
            </a:lvl3pPr>
            <a:lvl4pPr>
              <a:defRPr sz="1500">
                <a:ea typeface="微软雅黑" panose="020B0503020204020204" pitchFamily="34" charset="-122"/>
              </a:defRPr>
            </a:lvl4pPr>
            <a:lvl5pPr>
              <a:defRPr sz="1500">
                <a:ea typeface="微软雅黑" panose="020B0503020204020204" pitchFamily="34" charset="-122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ea typeface="微软雅黑" panose="020B0503020204020204" pitchFamily="34" charset="-122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方正正黑简体" panose="02000000000000000000" pitchFamily="2" charset="-122"/>
                <a:ea typeface="微软雅黑" panose="020B0503020204020204" pitchFamily="34" charset="-122"/>
                <a:cs typeface="+mn-ea"/>
              </a:rPr>
              <a:t>‹#›</a:t>
            </a:fld>
            <a:endParaRPr lang="zh-CN" altLang="en-US" strike="noStrike" noProof="1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400">
                <a:ea typeface="微软雅黑" panose="020B0503020204020204" pitchFamily="34" charset="-122"/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685800" rtl="0" eaLnBrk="0" fontAlgn="base" latinLnBrk="0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  <a:cs typeface="+mn-cs"/>
              </a:rPr>
              <a:t>单击图标添加图片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ea typeface="微软雅黑" panose="020B0503020204020204" pitchFamily="34" charset="-122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方正正黑简体" panose="02000000000000000000" pitchFamily="2" charset="-122"/>
                <a:ea typeface="微软雅黑" panose="020B0503020204020204" pitchFamily="34" charset="-122"/>
                <a:cs typeface="+mn-ea"/>
              </a:rPr>
              <a:t>‹#›</a:t>
            </a:fld>
            <a:endParaRPr lang="zh-CN" altLang="en-US" strike="noStrike" noProof="1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  <a:endParaRPr lang="en-US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方正正黑简体" panose="02000000000000000000" pitchFamily="2" charset="-122"/>
                <a:ea typeface="微软雅黑" panose="020B0503020204020204" pitchFamily="34" charset="-122"/>
                <a:cs typeface="+mn-ea"/>
              </a:rPr>
              <a:t>‹#›</a:t>
            </a:fld>
            <a:endParaRPr lang="zh-CN" altLang="en-US" strike="noStrike" noProof="1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</a:p>
          <a:p>
            <a:pPr lvl="1" fontAlgn="base"/>
            <a:r>
              <a:rPr lang="zh-CN" altLang="en-US" strike="noStrike" noProof="1"/>
              <a:t>第二级</a:t>
            </a:r>
          </a:p>
          <a:p>
            <a:pPr lvl="2" fontAlgn="base"/>
            <a:r>
              <a:rPr lang="zh-CN" altLang="en-US" strike="noStrike" noProof="1"/>
              <a:t>第三级</a:t>
            </a:r>
          </a:p>
          <a:p>
            <a:pPr lvl="3" fontAlgn="base"/>
            <a:r>
              <a:rPr lang="zh-CN" altLang="en-US" strike="noStrike" noProof="1"/>
              <a:t>第四级</a:t>
            </a:r>
          </a:p>
          <a:p>
            <a:pPr lvl="4" fontAlgn="base"/>
            <a:r>
              <a:rPr lang="zh-CN" altLang="en-US" strike="noStrike" noProof="1"/>
              <a:t>第五级</a:t>
            </a:r>
            <a:endParaRPr lang="en-US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方正正黑简体" panose="02000000000000000000" pitchFamily="2" charset="-122"/>
                <a:ea typeface="微软雅黑" panose="020B0503020204020204" pitchFamily="34" charset="-122"/>
                <a:cs typeface="+mn-ea"/>
              </a:rPr>
              <a:t>‹#›</a:t>
            </a:fld>
            <a:endParaRPr lang="zh-CN" altLang="en-US" strike="noStrike" noProof="1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方正正黑简体" panose="02000000000000000000" pitchFamily="2" charset="-122"/>
          <a:ea typeface="方正正黑简体" panose="02000000000000000000" pitchFamily="2" charset="-122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方正正黑简体" panose="02000000000000000000" pitchFamily="2" charset="-122"/>
          <a:ea typeface="方正正黑简体" panose="02000000000000000000" pitchFamily="2" charset="-122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方正正黑简体" panose="02000000000000000000" pitchFamily="2" charset="-122"/>
          <a:ea typeface="方正正黑简体" panose="02000000000000000000" pitchFamily="2" charset="-122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方正正黑简体" panose="02000000000000000000" pitchFamily="2" charset="-122"/>
          <a:ea typeface="方正正黑简体" panose="02000000000000000000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方正正黑简体" panose="02000000000000000000" pitchFamily="2" charset="-122"/>
          <a:ea typeface="方正正黑简体" panose="02000000000000000000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方正正黑简体" panose="02000000000000000000" pitchFamily="2" charset="-122"/>
          <a:ea typeface="方正正黑简体" panose="02000000000000000000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方正正黑简体" panose="02000000000000000000" pitchFamily="2" charset="-122"/>
          <a:ea typeface="方正正黑简体" panose="02000000000000000000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方正正黑简体" panose="02000000000000000000" pitchFamily="2" charset="-122"/>
          <a:ea typeface="方正正黑简体" panose="02000000000000000000" pitchFamily="2" charset="-122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slide1.xml><?xml version="1.0" encoding="utf-8"?>
<sld xmlns="http://schemas.openxmlformats.org/presentationml/2006/main" xmlns:ns1="http://schemas.openxmlformats.org/drawingml/2006/main">
  <cSld>
    <spTree>
      <nvGrpSpPr>
        <cNvPr id="1" name=""/>
        <cNvGrpSpPr/>
        <nvPr/>
      </nvGrpSpPr>
      <grpSpPr>
        <ns1:xfrm>
          <ns1:off x="0" y="0"/>
          <ns1:ext cx="0" cy="0"/>
          <ns1:chOff x="0" y="0"/>
          <ns1:chExt cx="0" cy="0"/>
        </ns1:xfrm>
      </grpSpPr>
    </spTree>
  </cSld>
  <clrMapOvr>
    <ns1:masterClrMapping/>
  </clrMapOvr>
</sld>
</file>

<file path=ppt/theme/theme1.xml><?xml version="1.0" encoding="utf-8"?>
<a:theme xmlns:a="http://schemas.openxmlformats.org/drawingml/2006/main" name="1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3">
      <a:majorFont>
        <a:latin typeface="方正正黑简体"/>
        <a:ea typeface="方正正黑简体"/>
        <a:cs typeface=""/>
      </a:majorFont>
      <a:minorFont>
        <a:latin typeface="方正正黑简体"/>
        <a:ea typeface="方正正黑简体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