
<file path=[Content_Types].xml><?xml version="1.0" encoding="utf-8"?>
<ns0:Types xmlns:ns0="http://schemas.openxmlformats.org/package/2006/content-types">
  <ns0:Default Extension="jpeg" ContentType="image/jpeg"/>
  <ns0:Default Extension="jp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resentation xmlns="http://schemas.openxmlformats.org/presentationml/2006/main" xmlns:ns2="http://schemas.openxmlformats.org/drawingml/2006/main" xmlns:ns3="http://schemas.microsoft.com/office/powerpoint/2012/main" xmlns:r="http://schemas.openxmlformats.org/officeDocument/2006/relationships" saveSubsetFonts="1">
  <sldMasterIdLst>
    <sldMasterId id="2147483648" r:id="rId1"/>
  </sldMasterIdLst>
  <notesMasterIdLst>
    <notesMasterId r:id="rId22"/>
  </notesMasterIdLst>
  <sldIdLst>
    <sldId r:id="rId28" id="256"/>
  </sldIdLst>
  <sldSz cx="12192000" cy="6858000"/>
  <notesSz cx="6858000" cy="9144000"/>
  <custDataLst>
    <tags r:id="rId23"/>
  </custDataLst>
  <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defaultTextStyle>
  <extLst>
    <ext uri="{EFAFB233-063F-42B5-8137-9DF3F51BA10A}">
      <ns3:sldGuideLst/>
    </ext>
  </extLst>
</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93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<Relationship Id="rId26" Type="http://schemas.openxmlformats.org/officeDocument/2006/relationships/theme" Target="theme/theme1.xml" /><Relationship Id="rId25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24" Type="http://schemas.openxmlformats.org/officeDocument/2006/relationships/presProps" Target="presProps.xml" /><Relationship Id="rId27" Type="http://schemas.openxmlformats.org/officeDocument/2006/relationships/tableStyles" Target="tableStyles.xml" /><Relationship Id="rId28" Type="http://schemas.openxmlformats.org/officeDocument/2006/relationships/slide" Target="slides/slid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795A80-2FC2-4B46-B1C8-B85A3B0405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E19F330-6E8B-4007-9616-4BCB546F5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B4DE88-2580-4BD1-AECE-F7801909C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5D3BB-D3B5-47AB-9BE6-99AB69899192}" type="datetimeFigureOut">
              <a:rPr lang="zh-CN" altLang="en-US" smtClean="0"/>
              <a:t>2019/7/19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584756-15AB-4D01-A8F9-EE46DA08B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BABEAE-C933-4E99-83E8-DEEE6A569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1236-AB22-40D4-8211-318E13BA52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5392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4904D36-ECDB-487C-AB4E-939120AE9E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accent1">
                <a:lumMod val="60000"/>
                <a:lumOff val="4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701" b="-1"/>
          <a:stretch/>
        </p:blipFill>
        <p:spPr>
          <a:xfrm>
            <a:off x="-1856" y="6648450"/>
            <a:ext cx="12193855" cy="20954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39B44AB-9913-46F8-853D-30726B18F9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duotone>
              <a:prstClr val="black"/>
              <a:schemeClr val="accent1">
                <a:lumMod val="60000"/>
                <a:lumOff val="4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37" t="16732" b="56471"/>
          <a:stretch/>
        </p:blipFill>
        <p:spPr>
          <a:xfrm>
            <a:off x="7753350" y="5555212"/>
            <a:ext cx="4438648" cy="107810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26F5794-6E8C-43A3-A8C5-8696879770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duotone>
              <a:prstClr val="black"/>
              <a:schemeClr val="accent1">
                <a:lumMod val="60000"/>
                <a:lumOff val="4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" b="26536"/>
          <a:stretch/>
        </p:blipFill>
        <p:spPr>
          <a:xfrm>
            <a:off x="8259176" y="0"/>
            <a:ext cx="3932824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08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43EBFD-E971-4476-B2CE-9757DBE2C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16546E-4D31-4AE2-9242-D09D1BA3B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BF7C6A-6EEA-4E52-A365-F82CDD64D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5D3BB-D3B5-47AB-9BE6-99AB69899192}" type="datetimeFigureOut">
              <a:rPr lang="zh-CN" altLang="en-US" smtClean="0"/>
              <a:t>2019/7/19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FADB77-3957-42D6-9095-B022EB228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E272EC-8255-4AC9-997A-4CC2B1696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1236-AB22-40D4-8211-318E13BA52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820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3763C3-A969-47AF-A1E0-EAE2D1A10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A53C18-1280-4197-BED5-6E7438A280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796E68F-5767-4FA9-B9C3-B074986D83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479F66-8FAA-4696-A704-28FF29321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5D3BB-D3B5-47AB-9BE6-99AB69899192}" type="datetimeFigureOut">
              <a:rPr lang="zh-CN" altLang="en-US" smtClean="0"/>
              <a:t>2019/7/19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9D97AE-E835-4323-91F8-B325B10B6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0EA398-AC2A-4797-B2A6-174A292B7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1236-AB22-40D4-8211-318E13BA52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46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78794E-21EE-41D6-92EB-29AB6E169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ED47B4-6236-40B2-B08E-59BA74528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E912CC2-C7D0-4D2A-BEDF-B75D72EFE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526F06F-F096-426A-A0D4-19210C1447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080D782-1981-4CEF-9AFC-C96F6512BA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B4FE81D-0F91-4832-B55C-4212B30A4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5D3BB-D3B5-47AB-9BE6-99AB69899192}" type="datetimeFigureOut">
              <a:rPr lang="zh-CN" altLang="en-US" smtClean="0"/>
              <a:t>2019/7/19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E00E8FE-00D0-48F4-BFF4-BF05200F5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8981BEC-FC43-4AAE-A4D9-9920B7B2A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1236-AB22-40D4-8211-318E13BA52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462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911EC7-DE89-429C-B442-C4061FA2B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720626D-5B61-4E2C-B2CA-6A0D9F463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5D3BB-D3B5-47AB-9BE6-99AB69899192}" type="datetimeFigureOut">
              <a:rPr lang="zh-CN" altLang="en-US" smtClean="0"/>
              <a:t>2019/7/19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A1D1272-49AE-41CF-B4E5-CCD17041A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466B5D4-20CB-40D5-81AB-699E11389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1236-AB22-40D4-8211-318E13BA52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2695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2F3EA30-A9D7-4913-8F56-F595D632F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5D3BB-D3B5-47AB-9BE6-99AB69899192}" type="datetimeFigureOut">
              <a:rPr lang="zh-CN" altLang="en-US" smtClean="0"/>
              <a:t>2019/7/19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D9CFEE8-DA94-4128-824F-0C8D6F738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EDBF70-EF67-430C-9908-82E28BD37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1236-AB22-40D4-8211-318E13BA52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630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82EE72-0233-4EA5-87BB-B440FA0FE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83593B-E81A-4092-AF15-23EB749BB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7E9E62-95C3-4E10-8DF4-F0511A3B04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8177D7-7A05-4A20-BC9D-9954AD8D0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5D3BB-D3B5-47AB-9BE6-99AB69899192}" type="datetimeFigureOut">
              <a:rPr lang="zh-CN" altLang="en-US" smtClean="0"/>
              <a:t>2019/7/19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D6E05B5-3587-4B4D-9B58-7C4084B66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A7045E-2C1E-4CC5-96A6-F6D2BB08E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1236-AB22-40D4-8211-318E13BA52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4717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D3BF3C-320E-4E0E-9B34-818B68811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849233C-181A-4AC2-90B1-6F5867492F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46F5AF-8F0F-4301-9400-D4B01C2F07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B578F8-05B6-4C75-87B9-B85F1534F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5D3BB-D3B5-47AB-9BE6-99AB69899192}" type="datetimeFigureOut">
              <a:rPr lang="zh-CN" altLang="en-US" smtClean="0"/>
              <a:t>2019/7/19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7ADC2C-B18B-431E-BD63-74FFD7308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C40ED2-6871-4349-8CC7-561C22CAE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1236-AB22-40D4-8211-318E13BA52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5249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4D5F33-3A45-423B-A120-33A0CB5D6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1173B14-541E-4497-BD0A-870E9051BB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826B13-A8BD-4CC4-A934-3DE02553E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5D3BB-D3B5-47AB-9BE6-99AB69899192}" type="datetimeFigureOut">
              <a:rPr lang="zh-CN" altLang="en-US" smtClean="0"/>
              <a:t>2019/7/19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E4D169-8663-47FA-8652-FE1D66772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0D31FB-7F0C-430A-8D84-AF4FB92E4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1236-AB22-40D4-8211-318E13BA52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1281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139EC12-82EB-4096-A13B-6DA8A583D0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5318046-9BB5-4782-AF72-BCB314A21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4E7C8B-CDBE-4B1E-9A32-94BD34FD8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5D3BB-D3B5-47AB-9BE6-99AB69899192}" type="datetimeFigureOut">
              <a:rPr lang="zh-CN" altLang="en-US" smtClean="0"/>
              <a:t>2019/7/19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2EFD56-DC30-453B-B7F3-801C77E27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C80F3F-29CB-4765-9021-F8D115DB9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1236-AB22-40D4-8211-318E13BA52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0470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1FFF033-0497-4AAD-BCA8-0BC91E235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B29B1F-32E9-47C1-96E7-EED23DABD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C6A509-AC3D-4197-B60E-5FD7AB2AD8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5D3BB-D3B5-47AB-9BE6-99AB69899192}" type="datetimeFigureOut">
              <a:rPr lang="zh-CN" altLang="en-US" smtClean="0"/>
              <a:t>2019/7/19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ACF28A-7995-4652-AE02-CEC553BAE9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DD57AC-82FE-4FA7-9366-BE2946DBE1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011236-AB22-40D4-8211-318E13BA52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5017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250" advTm="3000">
        <p14:flip dir="r"/>
      </p:transition>
    </mc:Choice>
    <mc:Fallback xmlns="">
      <p:transition spd="slow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slide1.xml><?xml version="1.0" encoding="utf-8"?>
<sld xmlns="http://schemas.openxmlformats.org/presentationml/2006/main" xmlns:ns1="http://schemas.openxmlformats.org/drawingml/2006/main">
  <cSld>
    <spTree>
      <nvGrpSpPr>
        <cNvPr id="1" name=""/>
        <cNvGrpSpPr/>
        <nvPr/>
      </nvGrpSpPr>
      <grpSpPr>
        <ns1:xfrm>
          <ns1:off x="0" y="0"/>
          <ns1:ext cx="0" cy="0"/>
          <ns1:chOff x="0" y="0"/>
          <ns1:chExt cx="0" cy="0"/>
        </ns1:xfrm>
      </grpSpPr>
    </spTree>
  </cSld>
  <clrMapOvr>
    <ns1:masterClrMapping/>
  </clrMapOvr>
</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03F7B"/>
      </a:accent1>
      <a:accent2>
        <a:srgbClr val="5C6578"/>
      </a:accent2>
      <a:accent3>
        <a:srgbClr val="627C93"/>
      </a:accent3>
      <a:accent4>
        <a:srgbClr val="004066"/>
      </a:accent4>
      <a:accent5>
        <a:srgbClr val="29536C"/>
      </a:accent5>
      <a:accent6>
        <a:srgbClr val="40698D"/>
      </a:accent6>
      <a:hlink>
        <a:srgbClr val="003F7B"/>
      </a:hlink>
      <a:folHlink>
        <a:srgbClr val="BFBFBF"/>
      </a:folHlink>
    </a:clrScheme>
    <a:fontScheme name="zg2hrgg1">
      <a:majorFont>
        <a:latin typeface="Arial" panose="020F0302020204030204"/>
        <a:ea typeface="字魂35号-经典雅黑"/>
        <a:cs typeface=""/>
      </a:majorFont>
      <a:minorFont>
        <a:latin typeface="Arial" panose="020F0502020204030204"/>
        <a:ea typeface="字魂35号-经典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