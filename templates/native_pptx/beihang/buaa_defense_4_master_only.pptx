
<file path=[Content_Types].xml><?xml version="1.0" encoding="utf-8"?>
<ns0:Types xmlns:ns0="http://schemas.openxmlformats.org/package/2006/content-types">
  <ns0:Default Extension="jpeg" ContentType="image/jpeg"/>
  <ns0:Default Extension="mp3" ContentType="audio/mpeg"/>
  <ns0:Default Extension="png" ContentType="image/png"/>
  <ns0:Default Extension="rels" ContentType="application/vnd.openxmlformats-package.relationships+xml"/>
  <ns0:Default Extension="wdp" ContentType="image/vnd.ms-photo"/>
  <ns0:Default Extension="xml" ContentType="application/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>
  <sldMasterIdLst>
    <sldMasterId id="2147483648" r:id="rId1"/>
  </sldMasterIdLst>
  <notesMasterIdLst>
    <notesMasterId r:id="rId42"/>
  </notesMasterIdLst>
  <sldIdLst>
    <sldId r:id="rId47" id="256"/>
  </sldIdLst>
  <sldSz cx="12195175" cy="6858000"/>
  <notesSz cx="6858000" cy="9144000"/>
  <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  <extLst>
    <ext uri="{EFAFB233-063F-42B5-8137-9DF3F51BA10A}">
      <ns3:sldGuideLst>
        <ns3:guide id="1" orient="horz">
          <ns3:clr>
            <ns2:srgbClr val="A4A3A4"/>
          </ns3:clr>
        </ns3:guide>
        <ns3:guide id="2" pos="3841">
          <ns3:clr>
            <ns2:srgbClr val="A4A3A4"/>
          </ns3:clr>
        </ns3:guide>
      </ns3:sldGuideLst>
    </ext>
    <ext uri="{2D200454-40CA-4A62-9FC3-DE9A4176ACB9}">
      <ns3:notesGuideLst/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859C"/>
    <a:srgbClr val="215968"/>
    <a:srgbClr val="F87A08"/>
    <a:srgbClr val="202A36"/>
    <a:srgbClr val="7CBF33"/>
    <a:srgbClr val="2DB2A4"/>
    <a:srgbClr val="34495E"/>
    <a:srgbClr val="E8E8E8"/>
    <a:srgbClr val="F9F9F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31" autoAdjust="0"/>
    <p:restoredTop sz="97340" autoAdjust="0"/>
  </p:normalViewPr>
  <p:slideViewPr>
    <p:cSldViewPr showGuides="1">
      <p:cViewPr varScale="1">
        <p:scale>
          <a:sx n="54" d="100"/>
          <a:sy n="54" d="100"/>
        </p:scale>
        <p:origin x="1212" y="66"/>
      </p:cViewPr>
      <p:guideLst>
        <p:guide orient="horz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550" y="72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4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45" Type="http://schemas.openxmlformats.org/officeDocument/2006/relationships/theme" Target="theme/theme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47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638" y="2130426"/>
            <a:ext cx="10365899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276" y="3886200"/>
            <a:ext cx="853662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335" y="4406901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3012" y="1600201"/>
            <a:ext cx="7217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33862" y="1600201"/>
            <a:ext cx="72175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980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4980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59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974" y="273051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59" y="1435101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340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340" y="612775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340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92903" y="274639"/>
            <a:ext cx="365855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3012" y="274639"/>
            <a:ext cx="10776639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600201"/>
            <a:ext cx="109756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759" y="6356351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AF93-F015-4E02-9910-15C5CE4FE8B2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6685" y="6356351"/>
            <a:ext cx="3861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875" y="6356351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