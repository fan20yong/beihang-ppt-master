
<file path=[Content_Types].xml><?xml version="1.0" encoding="utf-8"?>
<ns0:Types xmlns:ns0="http://schemas.openxmlformats.org/package/2006/content-types">
  <ns0:Default Extension="emf" ContentType="image/x-emf"/>
  <ns0:Default Extension="jpeg" ContentType="image/jpeg"/>
  <ns0:Default Extension="jpg" ContentType="image/jpeg"/>
  <ns0:Default Extension="png" ContentType="image/png"/>
  <ns0:Default Extension="rels" ContentType="application/vnd.openxmlformats-package.relationships+xml"/>
  <ns0:Default Extension="wav" ContentType="audio/x-wav"/>
  <ns0:Default Extension="xml" ContentType="application/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resentation xmlns="http://schemas.openxmlformats.org/presentationml/2006/main" xmlns:ns2="http://schemas.openxmlformats.org/drawingml/2006/main" xmlns:ns3="http://schemas.microsoft.com/office/powerpoint/2012/main" xmlns:r="http://schemas.openxmlformats.org/officeDocument/2006/relationships">
  <sldMasterIdLst>
    <sldMasterId id="2147483648" r:id="rId1"/>
  </sldMasterIdLst>
  <notesMasterIdLst>
    <notesMasterId r:id="rId27"/>
  </notesMasterIdLst>
  <sldIdLst>
    <sldId r:id="rId32" id="256"/>
  </sldIdLst>
  <sldSz cx="9144000" cy="5715000" type="screen16x10"/>
  <notesSz cx="6858000" cy="9144000"/>
  <defaultTextStyle>
    <ns2:defPPr>
      <ns2:defRPr lang="zh-CN"/>
    </ns2:defPPr>
    <ns2:lvl1pPr algn="l" rtl="0" fontAlgn="base">
      <ns2:spcBef>
        <ns2:spcPct val="0"/>
      </ns2:spcBef>
      <ns2:spcAft>
        <ns2:spcPct val="0"/>
      </ns2:spcAft>
      <ns2:defRPr kern="120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  <ns2:cs typeface="+mn-cs"/>
      </ns2:defRPr>
    </ns2:lvl1pPr>
    <ns2:lvl2pPr marL="457200" algn="l" rtl="0" fontAlgn="base">
      <ns2:spcBef>
        <ns2:spcPct val="0"/>
      </ns2:spcBef>
      <ns2:spcAft>
        <ns2:spcPct val="0"/>
      </ns2:spcAft>
      <ns2:defRPr kern="120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  <ns2:cs typeface="+mn-cs"/>
      </ns2:defRPr>
    </ns2:lvl2pPr>
    <ns2:lvl3pPr marL="914400" algn="l" rtl="0" fontAlgn="base">
      <ns2:spcBef>
        <ns2:spcPct val="0"/>
      </ns2:spcBef>
      <ns2:spcAft>
        <ns2:spcPct val="0"/>
      </ns2:spcAft>
      <ns2:defRPr kern="120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  <ns2:cs typeface="+mn-cs"/>
      </ns2:defRPr>
    </ns2:lvl3pPr>
    <ns2:lvl4pPr marL="1371600" algn="l" rtl="0" fontAlgn="base">
      <ns2:spcBef>
        <ns2:spcPct val="0"/>
      </ns2:spcBef>
      <ns2:spcAft>
        <ns2:spcPct val="0"/>
      </ns2:spcAft>
      <ns2:defRPr kern="120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  <ns2:cs typeface="+mn-cs"/>
      </ns2:defRPr>
    </ns2:lvl4pPr>
    <ns2:lvl5pPr marL="1828800" algn="l" rtl="0" fontAlgn="base">
      <ns2:spcBef>
        <ns2:spcPct val="0"/>
      </ns2:spcBef>
      <ns2:spcAft>
        <ns2:spcPct val="0"/>
      </ns2:spcAft>
      <ns2:defRPr kern="120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  <ns2:cs typeface="+mn-cs"/>
      </ns2:defRPr>
    </ns2:lvl5pPr>
    <ns2:lvl6pPr marL="2286000" algn="l" defTabSz="914400" rtl="0" eaLnBrk="1" latinLnBrk="0" hangingPunct="1">
      <ns2:defRPr kern="120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  <ns2:cs typeface="+mn-cs"/>
      </ns2:defRPr>
    </ns2:lvl6pPr>
    <ns2:lvl7pPr marL="2743200" algn="l" defTabSz="914400" rtl="0" eaLnBrk="1" latinLnBrk="0" hangingPunct="1">
      <ns2:defRPr kern="120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  <ns2:cs typeface="+mn-cs"/>
      </ns2:defRPr>
    </ns2:lvl7pPr>
    <ns2:lvl8pPr marL="3200400" algn="l" defTabSz="914400" rtl="0" eaLnBrk="1" latinLnBrk="0" hangingPunct="1">
      <ns2:defRPr kern="120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  <ns2:cs typeface="+mn-cs"/>
      </ns2:defRPr>
    </ns2:lvl8pPr>
    <ns2:lvl9pPr marL="3657600" algn="l" defTabSz="914400" rtl="0" eaLnBrk="1" latinLnBrk="0" hangingPunct="1">
      <ns2:defRPr kern="120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  <ns2:cs typeface="+mn-cs"/>
      </ns2:defRPr>
    </ns2:lvl9pPr>
  </defaultTextStyle>
  <extLst>
    <ext uri="{EFAFB233-063F-42B5-8137-9DF3F51BA10A}">
      <ns3:sldGuideLst>
        <ns3:guide id="1" orient="horz" pos="1800">
          <ns3:clr>
            <ns2:srgbClr val="A4A3A4"/>
          </ns3:clr>
        </ns3:guide>
        <ns3:guide id="2" pos="2880">
          <ns3:clr>
            <ns2:srgbClr val="A4A3A4"/>
          </ns3:clr>
        </ns3:guide>
      </ns3:sldGuideLst>
    </ext>
  </extLst>
</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66FF33"/>
    <a:srgbClr val="FF5050"/>
    <a:srgbClr val="009E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2" autoAdjust="0"/>
    <p:restoredTop sz="94660"/>
  </p:normalViewPr>
  <p:slideViewPr>
    <p:cSldViewPr>
      <p:cViewPr varScale="1">
        <p:scale>
          <a:sx n="64" d="100"/>
          <a:sy n="64" d="100"/>
        </p:scale>
        <p:origin x="1140" y="72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8" Type="http://schemas.openxmlformats.org/officeDocument/2006/relationships/presProps" Target="presProps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Relationship Id="rId32" Type="http://schemas.openxmlformats.org/officeDocument/2006/relationships/slide" Target="slides/slid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7E3DA73-06B7-4F7C-BEEB-6612ABD119A9}" type="datetimeFigureOut">
              <a:rPr lang="zh-CN" altLang="en-US"/>
              <a:t>2019/7/19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C3BACD22-7E14-4B43-963A-F6EB4E6A12A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B075D51-60F6-4564-91AD-1C87BC3E07C3}" type="datetimeFigureOut">
              <a:rPr lang="zh-CN" altLang="en-US"/>
              <a:t>2019/7/19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C95A0ECF-D5F4-452A-9A17-76A294578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282E81B9-05DD-40FA-ADC1-735A47B2F038}" type="datetimeFigureOut">
              <a:rPr lang="zh-CN" altLang="en-US"/>
              <a:t>2019/7/19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49B9ADAB-8D94-4AE8-AE1E-8B1EEE6EC50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000125"/>
            <a:ext cx="4038600" cy="282839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00125"/>
            <a:ext cx="4038600" cy="282839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23FA44F-6FB9-4330-BB6B-971CE99350B9}" type="datetimeFigureOut">
              <a:rPr lang="zh-CN" altLang="en-US"/>
              <a:t>2019/7/19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CA96EEAA-1B27-4941-8815-8CD406FF2D3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279261"/>
            <a:ext cx="4041775" cy="53313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812396"/>
            <a:ext cx="4041775" cy="329274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7B82769-46C5-4467-A92F-A96FD74C533C}" type="datetimeFigureOut">
              <a:rPr lang="zh-CN" altLang="en-US"/>
              <a:t>2019/7/19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7F0AFD7-7C8E-44CD-B47F-DBF225416FF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4C334A0-9852-42D7-B16F-99DE5FCF69FC}" type="datetimeFigureOut">
              <a:rPr lang="zh-CN" altLang="en-US"/>
              <a:t>2019/7/19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D0AA4592-EE90-4D61-90F9-A608AFFB33D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A86E20AC-66AC-4EFF-B039-47E92069CBD9}" type="datetimeFigureOut">
              <a:rPr lang="zh-CN" altLang="en-US"/>
              <a:t>2019/7/19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C599272C-6E6A-4A47-8950-5906D2E48F9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27541"/>
            <a:ext cx="3008313" cy="968376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42B2DDB-7FE7-40A5-9152-C21872EEDCCC}" type="datetimeFigureOut">
              <a:rPr lang="zh-CN" altLang="en-US"/>
              <a:t>2019/7/19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B20DDC2-6A17-4D10-AE8E-45D17E06F23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AC6F0E3-32FE-4BD3-A9DB-6C1CCE68D64A}" type="datetimeFigureOut">
              <a:rPr lang="zh-CN" altLang="en-US"/>
              <a:t>2019/7/19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F3C4ED1-20C9-4C1B-AA78-738AD11DC35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4CFB7D91-86EA-4B16-9D7F-AB62A3B0CB69}" type="datetimeFigureOut">
              <a:rPr lang="zh-CN" altLang="en-US"/>
              <a:t>2019/7/19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515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B7A32889-4126-4C8F-84B0-1B86910B599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 descr="未标题-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28" b="15672"/>
          <a:stretch>
            <a:fillRect/>
          </a:stretch>
        </p:blipFill>
        <p:spPr bwMode="auto">
          <a:xfrm>
            <a:off x="-180975" y="0"/>
            <a:ext cx="9324975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 descr="未标题-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28" b="15672"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1"/>
          <p:cNvSpPr>
            <a:spLocks noChangeArrowheads="1"/>
          </p:cNvSpPr>
          <p:nvPr userDrawn="1"/>
        </p:nvSpPr>
        <p:spPr bwMode="auto">
          <a:xfrm>
            <a:off x="739776" y="-1303514"/>
            <a:ext cx="36513" cy="8242653"/>
          </a:xfrm>
          <a:prstGeom prst="rect">
            <a:avLst/>
          </a:prstGeom>
          <a:solidFill>
            <a:schemeClr val="bg1">
              <a:alpha val="14902"/>
            </a:schemeClr>
          </a:solidFill>
          <a:ln>
            <a:noFill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Rectangle 12"/>
          <p:cNvSpPr>
            <a:spLocks noChangeArrowheads="1"/>
          </p:cNvSpPr>
          <p:nvPr userDrawn="1"/>
        </p:nvSpPr>
        <p:spPr bwMode="auto">
          <a:xfrm>
            <a:off x="987425" y="-1303514"/>
            <a:ext cx="71438" cy="8242653"/>
          </a:xfrm>
          <a:prstGeom prst="rect">
            <a:avLst/>
          </a:prstGeom>
          <a:solidFill>
            <a:schemeClr val="bg1">
              <a:alpha val="7843"/>
            </a:schemeClr>
          </a:solidFill>
          <a:ln>
            <a:noFill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Rectangle 13"/>
          <p:cNvSpPr>
            <a:spLocks noChangeArrowheads="1"/>
          </p:cNvSpPr>
          <p:nvPr userDrawn="1"/>
        </p:nvSpPr>
        <p:spPr bwMode="auto">
          <a:xfrm>
            <a:off x="652463" y="-1303514"/>
            <a:ext cx="17462" cy="8242653"/>
          </a:xfrm>
          <a:prstGeom prst="rect">
            <a:avLst/>
          </a:prstGeom>
          <a:solidFill>
            <a:schemeClr val="bg1">
              <a:alpha val="7843"/>
            </a:schemeClr>
          </a:solidFill>
          <a:ln>
            <a:noFill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" name="Rectangle 14"/>
          <p:cNvSpPr>
            <a:spLocks noChangeArrowheads="1"/>
          </p:cNvSpPr>
          <p:nvPr userDrawn="1"/>
        </p:nvSpPr>
        <p:spPr bwMode="auto">
          <a:xfrm>
            <a:off x="5414964" y="-1303514"/>
            <a:ext cx="46037" cy="8242653"/>
          </a:xfrm>
          <a:prstGeom prst="rect">
            <a:avLst/>
          </a:prstGeom>
          <a:solidFill>
            <a:schemeClr val="bg1">
              <a:alpha val="5098"/>
            </a:schemeClr>
          </a:solidFill>
          <a:ln>
            <a:noFill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7" name="Rectangle 15"/>
          <p:cNvSpPr>
            <a:spLocks noChangeArrowheads="1"/>
          </p:cNvSpPr>
          <p:nvPr userDrawn="1"/>
        </p:nvSpPr>
        <p:spPr bwMode="auto">
          <a:xfrm>
            <a:off x="5632451" y="-1303514"/>
            <a:ext cx="17463" cy="8242653"/>
          </a:xfrm>
          <a:prstGeom prst="rect">
            <a:avLst/>
          </a:prstGeom>
          <a:solidFill>
            <a:schemeClr val="bg1">
              <a:alpha val="12941"/>
            </a:schemeClr>
          </a:solidFill>
          <a:ln>
            <a:noFill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8" name="Rectangle 16"/>
          <p:cNvSpPr>
            <a:spLocks noChangeArrowheads="1"/>
          </p:cNvSpPr>
          <p:nvPr userDrawn="1"/>
        </p:nvSpPr>
        <p:spPr bwMode="auto">
          <a:xfrm>
            <a:off x="1914526" y="-1303514"/>
            <a:ext cx="17463" cy="8242653"/>
          </a:xfrm>
          <a:prstGeom prst="rect">
            <a:avLst/>
          </a:prstGeom>
          <a:solidFill>
            <a:schemeClr val="bg1">
              <a:alpha val="12157"/>
            </a:schemeClr>
          </a:solidFill>
          <a:ln>
            <a:noFill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Rectangle 17"/>
          <p:cNvSpPr>
            <a:spLocks noChangeArrowheads="1"/>
          </p:cNvSpPr>
          <p:nvPr userDrawn="1"/>
        </p:nvSpPr>
        <p:spPr bwMode="auto">
          <a:xfrm>
            <a:off x="8199438" y="-1303514"/>
            <a:ext cx="36512" cy="8242653"/>
          </a:xfrm>
          <a:prstGeom prst="rect">
            <a:avLst/>
          </a:prstGeom>
          <a:solidFill>
            <a:schemeClr val="bg1">
              <a:alpha val="7843"/>
            </a:schemeClr>
          </a:solidFill>
          <a:ln>
            <a:noFill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" name="Rectangle 18"/>
          <p:cNvSpPr>
            <a:spLocks noChangeArrowheads="1"/>
          </p:cNvSpPr>
          <p:nvPr userDrawn="1"/>
        </p:nvSpPr>
        <p:spPr bwMode="auto">
          <a:xfrm>
            <a:off x="8374063" y="-1303514"/>
            <a:ext cx="17462" cy="8242653"/>
          </a:xfrm>
          <a:prstGeom prst="rect">
            <a:avLst/>
          </a:prstGeom>
          <a:solidFill>
            <a:schemeClr val="bg1">
              <a:alpha val="7843"/>
            </a:schemeClr>
          </a:solidFill>
          <a:ln>
            <a:noFill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1" name="Rectangle 20"/>
          <p:cNvSpPr>
            <a:spLocks noChangeArrowheads="1"/>
          </p:cNvSpPr>
          <p:nvPr userDrawn="1"/>
        </p:nvSpPr>
        <p:spPr bwMode="auto">
          <a:xfrm>
            <a:off x="8445501" y="-1303514"/>
            <a:ext cx="17463" cy="8242653"/>
          </a:xfrm>
          <a:prstGeom prst="rect">
            <a:avLst/>
          </a:prstGeom>
          <a:solidFill>
            <a:schemeClr val="bg1">
              <a:alpha val="7843"/>
            </a:schemeClr>
          </a:solidFill>
          <a:ln>
            <a:noFill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Rectangle 12"/>
          <p:cNvSpPr>
            <a:spLocks noChangeArrowheads="1"/>
          </p:cNvSpPr>
          <p:nvPr userDrawn="1"/>
        </p:nvSpPr>
        <p:spPr bwMode="auto">
          <a:xfrm>
            <a:off x="1089025" y="-1302962"/>
            <a:ext cx="900000" cy="8242653"/>
          </a:xfrm>
          <a:prstGeom prst="rect">
            <a:avLst/>
          </a:prstGeom>
          <a:solidFill>
            <a:schemeClr val="bg1">
              <a:alpha val="5000"/>
            </a:schemeClr>
          </a:solidFill>
          <a:ln w="9525" algn="ctr">
            <a:noFill/>
            <a:miter lim="800000"/>
          </a:ln>
          <a:effectLst>
            <a:softEdge rad="317500"/>
          </a:effec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3" name="Rectangle 12"/>
          <p:cNvSpPr>
            <a:spLocks noChangeArrowheads="1"/>
          </p:cNvSpPr>
          <p:nvPr userDrawn="1"/>
        </p:nvSpPr>
        <p:spPr bwMode="auto">
          <a:xfrm>
            <a:off x="4688568" y="-1302962"/>
            <a:ext cx="360000" cy="8242653"/>
          </a:xfrm>
          <a:prstGeom prst="rect">
            <a:avLst/>
          </a:prstGeom>
          <a:solidFill>
            <a:schemeClr val="bg1">
              <a:alpha val="5000"/>
            </a:schemeClr>
          </a:solidFill>
          <a:ln w="9525" algn="ctr">
            <a:noFill/>
            <a:miter lim="800000"/>
          </a:ln>
          <a:effectLst>
            <a:softEdge rad="127000"/>
          </a:effec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4" name="Rectangle 12"/>
          <p:cNvSpPr>
            <a:spLocks noChangeArrowheads="1"/>
          </p:cNvSpPr>
          <p:nvPr userDrawn="1"/>
        </p:nvSpPr>
        <p:spPr bwMode="auto">
          <a:xfrm flipV="1">
            <a:off x="7693025" y="-1302962"/>
            <a:ext cx="360000" cy="8242653"/>
          </a:xfrm>
          <a:prstGeom prst="rect">
            <a:avLst/>
          </a:prstGeom>
          <a:solidFill>
            <a:schemeClr val="bg1">
              <a:alpha val="2000"/>
            </a:schemeClr>
          </a:solidFill>
          <a:ln w="9525" algn="ctr">
            <a:noFill/>
            <a:miter lim="800000"/>
          </a:ln>
          <a:effectLst>
            <a:softEdge rad="127000"/>
          </a:effec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2.54335E-6 L 0.11354 -2.54335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77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repeatCount="indefinite" accel="50000" decel="50000" autoRev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accel="50000" decel="50000" autoRev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4.44444E-6 -2.54335E-6 L 0.07066 -2.54335E-6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240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repeatCount="indefinite" accel="50000" decel="50000" autoRev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3.88889E-6 -2.54335E-6 L 0.09914 -2.54335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480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2.54335E-6 L -0.11354 -2.54335E-6 " pathEditMode="relative" rAng="0" ptsTypes="AA">
                                      <p:cBhvr>
                                        <p:cTn id="14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770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3" presetClass="path" presetSubtype="0" repeatCount="indefinite" accel="50000" decel="50000" autoRev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05556E-6 -2.54335E-6 L 0.13889 -2.54335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440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repeatCount="indefinite" accel="50000" decel="50000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1.11111E-6 -2.54335E-6 L -0.04201 -2.54335E-6 " pathEditMode="relative" rAng="0" ptsTypes="AA">
                                      <p:cBhvr>
                                        <p:cTn id="18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10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3" presetClass="path" presetSubtype="0" repeatCount="indefinite" autoRev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33333E-6 -2.54335E-6 L 0.07152 -2.54335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760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5" presetClass="path" presetSubtype="0" repeatCount="indefinite" accel="50000" decel="50000" autoRev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1146 -2.54335E-6 L -0.02587 -2.54335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750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3" presetClass="path" presetSubtype="0" repeatCount="indefinite" accel="50000" decel="50000" autoRev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1754 -2.54335E-6 L 0.17223 -2.54335E-6 " pathEditMode="relative" rAng="0" ptsTypes="AA">
                                      <p:cBhvr>
                                        <p:cTn id="24" dur="2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260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3" presetClass="path" presetSubtype="0" repeatCount="indefinite" accel="50000" decel="50000" autoRev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4.44444E-6 -2.54335E-6 L 0.07066 -2.54335E-6 " pathEditMode="relative" rAng="0" ptsTypes="AA">
                                      <p:cBhvr>
                                        <p:cTn id="26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240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3" presetClass="path" presetSubtype="0" repeatCount="indefinite" accel="50000" decel="50000" autoRev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0.00434 3.7037E-6 L 0.08993 3.7037E-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0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sld xmlns="http://schemas.openxmlformats.org/presentationml/2006/main" xmlns:ns1="http://schemas.openxmlformats.org/drawingml/2006/main">
  <cSld>
    <spTree>
      <nvGrpSpPr>
        <cNvPr id="1" name=""/>
        <cNvGrpSpPr/>
        <nvPr/>
      </nvGrpSpPr>
      <grpSpPr>
        <ns1:xfrm>
          <ns1:off x="0" y="0"/>
          <ns1:ext cx="0" cy="0"/>
          <ns1:chOff x="0" y="0"/>
          <ns1:chExt cx="0" cy="0"/>
        </ns1:xfrm>
      </grpSpPr>
    </spTree>
  </cSld>
  <clrMapOvr>
    <ns1:masterClrMapping/>
  </clrMapOvr>
</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